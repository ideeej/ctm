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</p:sldMasterIdLst>
  <p:notesMasterIdLst>
    <p:notesMasterId r:id="rId21"/>
  </p:notesMasterIdLst>
  <p:handoutMasterIdLst>
    <p:handoutMasterId r:id="rId22"/>
  </p:handoutMasterIdLst>
  <p:sldIdLst>
    <p:sldId id="275" r:id="rId3"/>
    <p:sldId id="278" r:id="rId4"/>
    <p:sldId id="276" r:id="rId5"/>
    <p:sldId id="277" r:id="rId6"/>
    <p:sldId id="279" r:id="rId7"/>
    <p:sldId id="258" r:id="rId8"/>
    <p:sldId id="265" r:id="rId9"/>
    <p:sldId id="272" r:id="rId10"/>
    <p:sldId id="271" r:id="rId11"/>
    <p:sldId id="270" r:id="rId12"/>
    <p:sldId id="266" r:id="rId13"/>
    <p:sldId id="274" r:id="rId14"/>
    <p:sldId id="273" r:id="rId15"/>
    <p:sldId id="259" r:id="rId16"/>
    <p:sldId id="262" r:id="rId17"/>
    <p:sldId id="260" r:id="rId18"/>
    <p:sldId id="263" r:id="rId19"/>
    <p:sldId id="261" r:id="rId20"/>
  </p:sldIdLst>
  <p:sldSz cx="9144000" cy="6858000" type="screen4x3"/>
  <p:notesSz cx="6881813" cy="100155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5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3EA76-D983-401E-A857-5B2CF99388CF}" v="2" dt="2021-05-04T17:58:38.830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Estilo com Tema 2 - Ênfas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38" autoAdjust="0"/>
    <p:restoredTop sz="91516" autoAdjust="0"/>
  </p:normalViewPr>
  <p:slideViewPr>
    <p:cSldViewPr>
      <p:cViewPr varScale="1">
        <p:scale>
          <a:sx n="62" d="100"/>
          <a:sy n="62" d="100"/>
        </p:scale>
        <p:origin x="158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20" y="-90"/>
      </p:cViewPr>
      <p:guideLst>
        <p:guide orient="horz" pos="3155"/>
        <p:guide pos="21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ro Luis de Aguiar" userId="5f462f2d5db86de8" providerId="LiveId" clId="{6273EA76-D983-401E-A857-5B2CF99388CF}"/>
    <pc:docChg chg="addSld modSld">
      <pc:chgData name="Sandro Luis de Aguiar" userId="5f462f2d5db86de8" providerId="LiveId" clId="{6273EA76-D983-401E-A857-5B2CF99388CF}" dt="2021-05-19T12:00:15.324" v="11" actId="1076"/>
      <pc:docMkLst>
        <pc:docMk/>
      </pc:docMkLst>
      <pc:sldChg chg="modSp mod">
        <pc:chgData name="Sandro Luis de Aguiar" userId="5f462f2d5db86de8" providerId="LiveId" clId="{6273EA76-D983-401E-A857-5B2CF99388CF}" dt="2021-05-19T12:00:15.324" v="11" actId="1076"/>
        <pc:sldMkLst>
          <pc:docMk/>
          <pc:sldMk cId="0" sldId="270"/>
        </pc:sldMkLst>
        <pc:spChg chg="mod">
          <ac:chgData name="Sandro Luis de Aguiar" userId="5f462f2d5db86de8" providerId="LiveId" clId="{6273EA76-D983-401E-A857-5B2CF99388CF}" dt="2021-05-19T12:00:15.324" v="11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Sandro Luis de Aguiar" userId="5f462f2d5db86de8" providerId="LiveId" clId="{6273EA76-D983-401E-A857-5B2CF99388CF}" dt="2021-05-19T11:59:47.789" v="10" actId="255"/>
          <ac:spMkLst>
            <pc:docMk/>
            <pc:sldMk cId="0" sldId="270"/>
            <ac:spMk id="10" creationId="{00000000-0000-0000-0000-000000000000}"/>
          </ac:spMkLst>
        </pc:spChg>
      </pc:sldChg>
      <pc:sldChg chg="modSp mod">
        <pc:chgData name="Sandro Luis de Aguiar" userId="5f462f2d5db86de8" providerId="LiveId" clId="{6273EA76-D983-401E-A857-5B2CF99388CF}" dt="2021-05-04T17:59:05.509" v="9" actId="14100"/>
        <pc:sldMkLst>
          <pc:docMk/>
          <pc:sldMk cId="0" sldId="277"/>
        </pc:sldMkLst>
        <pc:picChg chg="mod">
          <ac:chgData name="Sandro Luis de Aguiar" userId="5f462f2d5db86de8" providerId="LiveId" clId="{6273EA76-D983-401E-A857-5B2CF99388CF}" dt="2021-05-04T17:59:05.509" v="9" actId="14100"/>
          <ac:picMkLst>
            <pc:docMk/>
            <pc:sldMk cId="0" sldId="277"/>
            <ac:picMk id="10" creationId="{00000000-0000-0000-0000-000000000000}"/>
          </ac:picMkLst>
        </pc:picChg>
      </pc:sldChg>
      <pc:sldChg chg="modSp add mod">
        <pc:chgData name="Sandro Luis de Aguiar" userId="5f462f2d5db86de8" providerId="LiveId" clId="{6273EA76-D983-401E-A857-5B2CF99388CF}" dt="2021-05-04T17:58:48.798" v="8" actId="14100"/>
        <pc:sldMkLst>
          <pc:docMk/>
          <pc:sldMk cId="1107135845" sldId="279"/>
        </pc:sldMkLst>
        <pc:picChg chg="mod">
          <ac:chgData name="Sandro Luis de Aguiar" userId="5f462f2d5db86de8" providerId="LiveId" clId="{6273EA76-D983-401E-A857-5B2CF99388CF}" dt="2021-05-04T17:58:48.798" v="8" actId="14100"/>
          <ac:picMkLst>
            <pc:docMk/>
            <pc:sldMk cId="1107135845" sldId="279"/>
            <ac:picMk id="10" creationId="{00000000-0000-0000-0000-000000000000}"/>
          </ac:picMkLst>
        </pc:picChg>
      </pc:sldChg>
    </pc:docChg>
  </pc:docChgLst>
</pc:chgInfo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7B8DE6-2D42-4C3D-8C1A-059F986BC472}" type="doc">
      <dgm:prSet loTypeId="urn:microsoft.com/office/officeart/2005/8/layout/vList2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pt-BR"/>
        </a:p>
      </dgm:t>
    </dgm:pt>
    <dgm:pt modelId="{33FDFD17-9B96-4A24-9BE5-40C0E7E229F1}">
      <dgm:prSet phldrT="[Texto]" custT="1"/>
      <dgm:spPr/>
      <dgm:t>
        <a:bodyPr/>
        <a:lstStyle/>
        <a:p>
          <a:pPr rtl="0"/>
          <a:r>
            <a:rPr kumimoji="0" lang="pt-BR" sz="2200" b="1" i="0" u="none" strike="noStrike" cap="none" spc="0" normalizeH="0" baseline="0" noProof="0" dirty="0">
              <a:ln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+mj-ea"/>
              <a:cs typeface="+mj-cs"/>
            </a:rPr>
            <a:t>a. Definição</a:t>
          </a:r>
          <a:endParaRPr lang="pt-BR" sz="2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FE064F7-4075-4F4A-A318-6F8218E49FF8}" type="parTrans" cxnId="{187DB385-676F-486A-8080-09A2A6357CE6}">
      <dgm:prSet/>
      <dgm:spPr/>
      <dgm:t>
        <a:bodyPr/>
        <a:lstStyle/>
        <a:p>
          <a:endParaRPr lang="pt-BR"/>
        </a:p>
      </dgm:t>
    </dgm:pt>
    <dgm:pt modelId="{2FF87028-4573-4A59-95E8-D150DB2FF155}" type="sibTrans" cxnId="{187DB385-676F-486A-8080-09A2A6357CE6}">
      <dgm:prSet/>
      <dgm:spPr/>
      <dgm:t>
        <a:bodyPr/>
        <a:lstStyle/>
        <a:p>
          <a:endParaRPr lang="pt-BR"/>
        </a:p>
      </dgm:t>
    </dgm:pt>
    <dgm:pt modelId="{2F902483-2730-48DA-9DF1-4B1BF5D4655B}">
      <dgm:prSet phldrT="[Texto]" custT="1"/>
      <dgm:spPr/>
      <dgm:t>
        <a:bodyPr/>
        <a:lstStyle/>
        <a:p>
          <a:pPr algn="just" rtl="0"/>
          <a:r>
            <a:rPr lang="pt-BR" sz="1800" dirty="0">
              <a:latin typeface="Book Antiqua" pitchFamily="18" charset="0"/>
              <a:ea typeface="+mj-ea"/>
              <a:cs typeface="+mj-cs"/>
            </a:rPr>
            <a:t>O evangelho é um gênero literário que possui biografia, possui narrativas, mas com um propósito teológico, ensinar sobre a pessoa e a obra de Cristo</a:t>
          </a:r>
          <a:endParaRPr lang="pt-BR" sz="1800" dirty="0">
            <a:latin typeface="Book Antiqua" pitchFamily="18" charset="0"/>
          </a:endParaRPr>
        </a:p>
      </dgm:t>
    </dgm:pt>
    <dgm:pt modelId="{860F94B0-0DFB-4B84-A2CA-0E14D009A51F}">
      <dgm:prSet phldrT="[Texto]" custT="1"/>
      <dgm:spPr/>
      <dgm:t>
        <a:bodyPr/>
        <a:lstStyle/>
        <a:p>
          <a:r>
            <a:rPr lang="pt-BR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ea typeface="+mj-ea"/>
              <a:cs typeface="+mj-cs"/>
            </a:rPr>
            <a:t>b. Os evangelhos</a:t>
          </a:r>
          <a:endParaRPr lang="pt-BR" sz="2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E6C0CC3-AE55-4A54-B1C9-F9DA23CC2275}" type="sibTrans" cxnId="{A419769C-7EFA-48AA-8CDE-6BC776B314DA}">
      <dgm:prSet/>
      <dgm:spPr/>
      <dgm:t>
        <a:bodyPr/>
        <a:lstStyle/>
        <a:p>
          <a:endParaRPr lang="pt-BR"/>
        </a:p>
      </dgm:t>
    </dgm:pt>
    <dgm:pt modelId="{F1B814AA-4120-4F06-91EB-86B2A890046A}" type="parTrans" cxnId="{A419769C-7EFA-48AA-8CDE-6BC776B314DA}">
      <dgm:prSet/>
      <dgm:spPr/>
      <dgm:t>
        <a:bodyPr/>
        <a:lstStyle/>
        <a:p>
          <a:endParaRPr lang="pt-BR"/>
        </a:p>
      </dgm:t>
    </dgm:pt>
    <dgm:pt modelId="{F5351C6C-DFA5-492B-8F74-66566350CEF5}" type="sibTrans" cxnId="{52802CCE-3E65-4DD8-97E7-38222F2CF518}">
      <dgm:prSet/>
      <dgm:spPr/>
      <dgm:t>
        <a:bodyPr/>
        <a:lstStyle/>
        <a:p>
          <a:endParaRPr lang="pt-BR"/>
        </a:p>
      </dgm:t>
    </dgm:pt>
    <dgm:pt modelId="{F1EA30CF-001B-40B6-BB38-8F40EAA3216C}" type="parTrans" cxnId="{52802CCE-3E65-4DD8-97E7-38222F2CF518}">
      <dgm:prSet/>
      <dgm:spPr/>
      <dgm:t>
        <a:bodyPr/>
        <a:lstStyle/>
        <a:p>
          <a:endParaRPr lang="pt-BR"/>
        </a:p>
      </dgm:t>
    </dgm:pt>
    <dgm:pt modelId="{75DBD7FE-2B93-4E58-8E75-E676908060A4}">
      <dgm:prSet phldrT="[Texto]" custT="1"/>
      <dgm:spPr/>
      <dgm:t>
        <a:bodyPr/>
        <a:lstStyle/>
        <a:p>
          <a:pPr algn="just" rtl="0"/>
          <a:r>
            <a:rPr kumimoji="0" lang="pt-BR" sz="1800" b="0" i="0" u="none" strike="noStrike" cap="none" spc="0" normalizeH="0" baseline="0" noProof="0" dirty="0">
              <a:ln/>
              <a:effectLst/>
              <a:uLnTx/>
              <a:uFillTx/>
              <a:latin typeface="Book Antiqua" pitchFamily="18" charset="0"/>
              <a:ea typeface="+mj-ea"/>
              <a:cs typeface="+mj-cs"/>
            </a:rPr>
            <a:t>A palavra evangelho aparece mais de 75 vezes no NT; provém do grego</a:t>
          </a:r>
          <a:r>
            <a:rPr kumimoji="0" lang="pt-BR" sz="1800" b="0" i="0" u="none" strike="noStrike" cap="none" spc="0" normalizeH="0" noProof="0" dirty="0">
              <a:ln/>
              <a:effectLst/>
              <a:uLnTx/>
              <a:uFillTx/>
              <a:latin typeface="Book Antiqua" pitchFamily="18" charset="0"/>
              <a:ea typeface="+mj-ea"/>
              <a:cs typeface="+mj-cs"/>
            </a:rPr>
            <a:t> </a:t>
          </a:r>
          <a:r>
            <a:rPr kumimoji="0" lang="pt-BR" sz="1800" b="0" i="1" u="none" strike="noStrike" cap="none" spc="0" normalizeH="0" noProof="0" dirty="0" err="1">
              <a:ln/>
              <a:effectLst/>
              <a:uLnTx/>
              <a:uFillTx/>
              <a:latin typeface="Book Antiqua" pitchFamily="18" charset="0"/>
              <a:ea typeface="+mj-ea"/>
              <a:cs typeface="+mj-cs"/>
            </a:rPr>
            <a:t>evanggelion</a:t>
          </a:r>
          <a:r>
            <a:rPr kumimoji="0" lang="pt-BR" sz="1800" b="0" i="0" u="none" strike="noStrike" cap="none" spc="0" normalizeH="0" noProof="0" dirty="0">
              <a:ln/>
              <a:effectLst/>
              <a:uLnTx/>
              <a:uFillTx/>
              <a:latin typeface="Book Antiqua" pitchFamily="18" charset="0"/>
              <a:ea typeface="+mj-ea"/>
              <a:cs typeface="+mj-cs"/>
            </a:rPr>
            <a:t> e significa “</a:t>
          </a:r>
          <a:r>
            <a:rPr kumimoji="0" lang="pt-BR" sz="1800" b="0" i="1" u="none" strike="noStrike" cap="none" spc="0" normalizeH="0" noProof="0" dirty="0">
              <a:ln/>
              <a:effectLst/>
              <a:uLnTx/>
              <a:uFillTx/>
              <a:latin typeface="Book Antiqua" pitchFamily="18" charset="0"/>
              <a:ea typeface="+mj-ea"/>
              <a:cs typeface="+mj-cs"/>
            </a:rPr>
            <a:t>boas novas</a:t>
          </a:r>
          <a:r>
            <a:rPr kumimoji="0" lang="pt-BR" sz="1800" b="0" i="0" u="none" strike="noStrike" cap="none" spc="0" normalizeH="0" noProof="0" dirty="0">
              <a:ln/>
              <a:effectLst/>
              <a:uLnTx/>
              <a:uFillTx/>
              <a:latin typeface="Book Antiqua" pitchFamily="18" charset="0"/>
              <a:ea typeface="+mj-ea"/>
              <a:cs typeface="+mj-cs"/>
            </a:rPr>
            <a:t>”</a:t>
          </a:r>
          <a:endParaRPr lang="pt-BR" sz="1800" dirty="0">
            <a:latin typeface="Book Antiqua" pitchFamily="18" charset="0"/>
          </a:endParaRPr>
        </a:p>
      </dgm:t>
    </dgm:pt>
    <dgm:pt modelId="{0B0E1517-C4DF-4E89-A168-E307F9F31962}" type="sibTrans" cxnId="{5E33788A-8C76-4642-856B-B6EDDC9D9521}">
      <dgm:prSet/>
      <dgm:spPr/>
      <dgm:t>
        <a:bodyPr/>
        <a:lstStyle/>
        <a:p>
          <a:endParaRPr lang="pt-BR"/>
        </a:p>
      </dgm:t>
    </dgm:pt>
    <dgm:pt modelId="{8B353C12-3B2B-4A15-B0E5-D9D918BA43B2}" type="parTrans" cxnId="{5E33788A-8C76-4642-856B-B6EDDC9D9521}">
      <dgm:prSet/>
      <dgm:spPr/>
      <dgm:t>
        <a:bodyPr/>
        <a:lstStyle/>
        <a:p>
          <a:endParaRPr lang="pt-BR"/>
        </a:p>
      </dgm:t>
    </dgm:pt>
    <dgm:pt modelId="{0CE98452-F5CE-4048-AC64-1AD8F62EFA9D}">
      <dgm:prSet phldrT="[Texto]" custT="1"/>
      <dgm:spPr/>
      <dgm:t>
        <a:bodyPr/>
        <a:lstStyle/>
        <a:p>
          <a:pPr rtl="0"/>
          <a:r>
            <a:rPr lang="pt-BR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ea typeface="+mj-ea"/>
              <a:cs typeface="+mj-cs"/>
            </a:rPr>
            <a:t>c. Os evangelistas</a:t>
          </a:r>
          <a:endParaRPr lang="pt-BR" sz="2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80A0448-18A0-40B7-9DDE-CA0C86DCA5BF}" type="parTrans" cxnId="{2E6FD04B-03AC-46A1-88F7-21880D9659AC}">
      <dgm:prSet/>
      <dgm:spPr/>
      <dgm:t>
        <a:bodyPr/>
        <a:lstStyle/>
        <a:p>
          <a:endParaRPr lang="pt-BR"/>
        </a:p>
      </dgm:t>
    </dgm:pt>
    <dgm:pt modelId="{7E6867DF-BAF4-4BCF-9A46-BB7F5726E7BD}" type="sibTrans" cxnId="{2E6FD04B-03AC-46A1-88F7-21880D9659AC}">
      <dgm:prSet/>
      <dgm:spPr/>
      <dgm:t>
        <a:bodyPr/>
        <a:lstStyle/>
        <a:p>
          <a:endParaRPr lang="pt-BR"/>
        </a:p>
      </dgm:t>
    </dgm:pt>
    <dgm:pt modelId="{E6B4C646-FB19-44D1-A4B9-32E82A760359}">
      <dgm:prSet phldrT="[Texto]" custT="1"/>
      <dgm:spPr/>
      <dgm:t>
        <a:bodyPr/>
        <a:lstStyle/>
        <a:p>
          <a:pPr algn="just" rtl="0"/>
          <a:r>
            <a:rPr lang="pt-BR" sz="1800" dirty="0">
              <a:latin typeface="Book Antiqua" pitchFamily="18" charset="0"/>
              <a:ea typeface="+mj-ea"/>
              <a:cs typeface="+mj-cs"/>
            </a:rPr>
            <a:t>O autor de um evangelho é chamado de evangelista, que significa proclamador de boas novas; nesse caso de forma escrita</a:t>
          </a:r>
          <a:endParaRPr lang="pt-BR" sz="1800" dirty="0">
            <a:latin typeface="Book Antiqua" pitchFamily="18" charset="0"/>
          </a:endParaRPr>
        </a:p>
      </dgm:t>
    </dgm:pt>
    <dgm:pt modelId="{C957D775-D36E-4EB9-B6EF-85A74B4078F3}" type="parTrans" cxnId="{06B84EAB-0AA3-473A-B237-52707B1607C7}">
      <dgm:prSet/>
      <dgm:spPr/>
      <dgm:t>
        <a:bodyPr/>
        <a:lstStyle/>
        <a:p>
          <a:endParaRPr lang="pt-BR"/>
        </a:p>
      </dgm:t>
    </dgm:pt>
    <dgm:pt modelId="{248F7C78-811F-4DB7-97C6-772B6A9CBA66}" type="sibTrans" cxnId="{06B84EAB-0AA3-473A-B237-52707B1607C7}">
      <dgm:prSet/>
      <dgm:spPr/>
      <dgm:t>
        <a:bodyPr/>
        <a:lstStyle/>
        <a:p>
          <a:endParaRPr lang="pt-BR"/>
        </a:p>
      </dgm:t>
    </dgm:pt>
    <dgm:pt modelId="{3A03537F-D843-47FA-A345-F595E38FF1C3}">
      <dgm:prSet phldrT="[Texto]"/>
      <dgm:spPr/>
      <dgm:t>
        <a:bodyPr/>
        <a:lstStyle/>
        <a:p>
          <a:pPr algn="l" rtl="0"/>
          <a:endParaRPr lang="pt-BR" sz="2000" dirty="0"/>
        </a:p>
      </dgm:t>
    </dgm:pt>
    <dgm:pt modelId="{EEB7646A-CE32-47EF-8E4E-6BA55EBB93FD}" type="parTrans" cxnId="{EA7F8605-4903-4F57-8305-9B5DC83C57E7}">
      <dgm:prSet/>
      <dgm:spPr/>
      <dgm:t>
        <a:bodyPr/>
        <a:lstStyle/>
        <a:p>
          <a:endParaRPr lang="pt-BR"/>
        </a:p>
      </dgm:t>
    </dgm:pt>
    <dgm:pt modelId="{D48FB771-1545-4CD0-B0F6-F6EF31FEE42C}" type="sibTrans" cxnId="{EA7F8605-4903-4F57-8305-9B5DC83C57E7}">
      <dgm:prSet/>
      <dgm:spPr/>
      <dgm:t>
        <a:bodyPr/>
        <a:lstStyle/>
        <a:p>
          <a:endParaRPr lang="pt-BR"/>
        </a:p>
      </dgm:t>
    </dgm:pt>
    <dgm:pt modelId="{DE4404D8-03DE-473A-AC95-A5BDF11D0969}">
      <dgm:prSet phldrT="[Texto]"/>
      <dgm:spPr/>
      <dgm:t>
        <a:bodyPr/>
        <a:lstStyle/>
        <a:p>
          <a:pPr algn="l" rtl="0"/>
          <a:endParaRPr lang="pt-BR" sz="2000" dirty="0"/>
        </a:p>
      </dgm:t>
    </dgm:pt>
    <dgm:pt modelId="{A673FCF3-3320-46AC-A3FD-7E1732709A33}" type="parTrans" cxnId="{33E849D1-0598-4EDF-9CA0-DF90298C3E50}">
      <dgm:prSet/>
      <dgm:spPr/>
      <dgm:t>
        <a:bodyPr/>
        <a:lstStyle/>
        <a:p>
          <a:endParaRPr lang="pt-BR"/>
        </a:p>
      </dgm:t>
    </dgm:pt>
    <dgm:pt modelId="{E0190AA8-8B4D-480A-BA02-44C067C1D588}" type="sibTrans" cxnId="{33E849D1-0598-4EDF-9CA0-DF90298C3E50}">
      <dgm:prSet/>
      <dgm:spPr/>
      <dgm:t>
        <a:bodyPr/>
        <a:lstStyle/>
        <a:p>
          <a:endParaRPr lang="pt-BR"/>
        </a:p>
      </dgm:t>
    </dgm:pt>
    <dgm:pt modelId="{68F205FA-3659-45E6-AD4F-22204390AED0}">
      <dgm:prSet phldrT="[Texto]"/>
      <dgm:spPr/>
      <dgm:t>
        <a:bodyPr/>
        <a:lstStyle/>
        <a:p>
          <a:pPr algn="l" rtl="0"/>
          <a:endParaRPr lang="pt-BR" sz="2000" dirty="0"/>
        </a:p>
      </dgm:t>
    </dgm:pt>
    <dgm:pt modelId="{84CFD06D-A5BD-47DF-91AC-45575C5A3739}" type="parTrans" cxnId="{5A6A4812-43DF-4F2B-85F8-B149CF59035E}">
      <dgm:prSet/>
      <dgm:spPr/>
      <dgm:t>
        <a:bodyPr/>
        <a:lstStyle/>
        <a:p>
          <a:endParaRPr lang="pt-BR"/>
        </a:p>
      </dgm:t>
    </dgm:pt>
    <dgm:pt modelId="{215A2576-7C2C-4D79-80AC-9A2B35C03637}" type="sibTrans" cxnId="{5A6A4812-43DF-4F2B-85F8-B149CF59035E}">
      <dgm:prSet/>
      <dgm:spPr/>
      <dgm:t>
        <a:bodyPr/>
        <a:lstStyle/>
        <a:p>
          <a:endParaRPr lang="pt-BR"/>
        </a:p>
      </dgm:t>
    </dgm:pt>
    <dgm:pt modelId="{B344B6B5-10BF-48B9-B3C9-4C09F194B67C}" type="pres">
      <dgm:prSet presAssocID="{CF7B8DE6-2D42-4C3D-8C1A-059F986BC472}" presName="linear" presStyleCnt="0">
        <dgm:presLayoutVars>
          <dgm:animLvl val="lvl"/>
          <dgm:resizeHandles val="exact"/>
        </dgm:presLayoutVars>
      </dgm:prSet>
      <dgm:spPr/>
    </dgm:pt>
    <dgm:pt modelId="{A72E9532-E8CA-4A87-94C9-A427085F5B2F}" type="pres">
      <dgm:prSet presAssocID="{33FDFD17-9B96-4A24-9BE5-40C0E7E229F1}" presName="parentText" presStyleLbl="node1" presStyleIdx="0" presStyleCnt="3" custLinFactNeighborX="-11842" custLinFactNeighborY="-1780">
        <dgm:presLayoutVars>
          <dgm:chMax val="0"/>
          <dgm:bulletEnabled val="1"/>
        </dgm:presLayoutVars>
      </dgm:prSet>
      <dgm:spPr/>
    </dgm:pt>
    <dgm:pt modelId="{50342584-C6ED-4ED7-AA56-30CED6BCC31D}" type="pres">
      <dgm:prSet presAssocID="{33FDFD17-9B96-4A24-9BE5-40C0E7E229F1}" presName="childText" presStyleLbl="revTx" presStyleIdx="0" presStyleCnt="3">
        <dgm:presLayoutVars>
          <dgm:bulletEnabled val="1"/>
        </dgm:presLayoutVars>
      </dgm:prSet>
      <dgm:spPr/>
    </dgm:pt>
    <dgm:pt modelId="{2C73943B-BC8B-46E0-9053-8628FEC0D900}" type="pres">
      <dgm:prSet presAssocID="{860F94B0-0DFB-4B84-A2CA-0E14D009A51F}" presName="parentText" presStyleLbl="node1" presStyleIdx="1" presStyleCnt="3" custLinFactNeighborX="-11842">
        <dgm:presLayoutVars>
          <dgm:chMax val="0"/>
          <dgm:bulletEnabled val="1"/>
        </dgm:presLayoutVars>
      </dgm:prSet>
      <dgm:spPr/>
    </dgm:pt>
    <dgm:pt modelId="{D668532F-C960-4D23-8F22-AB0B5D6989AA}" type="pres">
      <dgm:prSet presAssocID="{860F94B0-0DFB-4B84-A2CA-0E14D009A51F}" presName="childText" presStyleLbl="revTx" presStyleIdx="1" presStyleCnt="3">
        <dgm:presLayoutVars>
          <dgm:bulletEnabled val="1"/>
        </dgm:presLayoutVars>
      </dgm:prSet>
      <dgm:spPr/>
    </dgm:pt>
    <dgm:pt modelId="{3B9F0CB0-4892-4D67-A8D6-9EB2B3D3C2C4}" type="pres">
      <dgm:prSet presAssocID="{0CE98452-F5CE-4048-AC64-1AD8F62EFA9D}" presName="parentText" presStyleLbl="node1" presStyleIdx="2" presStyleCnt="3" custLinFactNeighborX="-11842">
        <dgm:presLayoutVars>
          <dgm:chMax val="0"/>
          <dgm:bulletEnabled val="1"/>
        </dgm:presLayoutVars>
      </dgm:prSet>
      <dgm:spPr/>
    </dgm:pt>
    <dgm:pt modelId="{88B050FE-0EE1-4679-9BB6-911D683510E7}" type="pres">
      <dgm:prSet presAssocID="{0CE98452-F5CE-4048-AC64-1AD8F62EFA9D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A7F8605-4903-4F57-8305-9B5DC83C57E7}" srcId="{33FDFD17-9B96-4A24-9BE5-40C0E7E229F1}" destId="{3A03537F-D843-47FA-A345-F595E38FF1C3}" srcOrd="1" destOrd="0" parTransId="{EEB7646A-CE32-47EF-8E4E-6BA55EBB93FD}" sibTransId="{D48FB771-1545-4CD0-B0F6-F6EF31FEE42C}"/>
    <dgm:cxn modelId="{5A6A4812-43DF-4F2B-85F8-B149CF59035E}" srcId="{0CE98452-F5CE-4048-AC64-1AD8F62EFA9D}" destId="{68F205FA-3659-45E6-AD4F-22204390AED0}" srcOrd="1" destOrd="0" parTransId="{84CFD06D-A5BD-47DF-91AC-45575C5A3739}" sibTransId="{215A2576-7C2C-4D79-80AC-9A2B35C03637}"/>
    <dgm:cxn modelId="{8C1CF61C-A185-4FC4-92DD-10033835F6CD}" type="presOf" srcId="{860F94B0-0DFB-4B84-A2CA-0E14D009A51F}" destId="{2C73943B-BC8B-46E0-9053-8628FEC0D900}" srcOrd="0" destOrd="0" presId="urn:microsoft.com/office/officeart/2005/8/layout/vList2"/>
    <dgm:cxn modelId="{09177533-82DE-4474-BCC5-BCC79590FD01}" type="presOf" srcId="{0CE98452-F5CE-4048-AC64-1AD8F62EFA9D}" destId="{3B9F0CB0-4892-4D67-A8D6-9EB2B3D3C2C4}" srcOrd="0" destOrd="0" presId="urn:microsoft.com/office/officeart/2005/8/layout/vList2"/>
    <dgm:cxn modelId="{3AEB173B-C340-4B9D-84EB-48A777B7EBFE}" type="presOf" srcId="{3A03537F-D843-47FA-A345-F595E38FF1C3}" destId="{50342584-C6ED-4ED7-AA56-30CED6BCC31D}" srcOrd="0" destOrd="1" presId="urn:microsoft.com/office/officeart/2005/8/layout/vList2"/>
    <dgm:cxn modelId="{971B4B5B-396F-4DA9-A53F-18C5EA1E692F}" type="presOf" srcId="{CF7B8DE6-2D42-4C3D-8C1A-059F986BC472}" destId="{B344B6B5-10BF-48B9-B3C9-4C09F194B67C}" srcOrd="0" destOrd="0" presId="urn:microsoft.com/office/officeart/2005/8/layout/vList2"/>
    <dgm:cxn modelId="{3048D25D-A45C-4744-9AB3-BF01FF28BAAE}" type="presOf" srcId="{75DBD7FE-2B93-4E58-8E75-E676908060A4}" destId="{50342584-C6ED-4ED7-AA56-30CED6BCC31D}" srcOrd="0" destOrd="0" presId="urn:microsoft.com/office/officeart/2005/8/layout/vList2"/>
    <dgm:cxn modelId="{82B4D260-E02C-447E-BA09-D8692DDB97B8}" type="presOf" srcId="{68F205FA-3659-45E6-AD4F-22204390AED0}" destId="{88B050FE-0EE1-4679-9BB6-911D683510E7}" srcOrd="0" destOrd="1" presId="urn:microsoft.com/office/officeart/2005/8/layout/vList2"/>
    <dgm:cxn modelId="{2E6FD04B-03AC-46A1-88F7-21880D9659AC}" srcId="{CF7B8DE6-2D42-4C3D-8C1A-059F986BC472}" destId="{0CE98452-F5CE-4048-AC64-1AD8F62EFA9D}" srcOrd="2" destOrd="0" parTransId="{380A0448-18A0-40B7-9DDE-CA0C86DCA5BF}" sibTransId="{7E6867DF-BAF4-4BCF-9A46-BB7F5726E7BD}"/>
    <dgm:cxn modelId="{187DB385-676F-486A-8080-09A2A6357CE6}" srcId="{CF7B8DE6-2D42-4C3D-8C1A-059F986BC472}" destId="{33FDFD17-9B96-4A24-9BE5-40C0E7E229F1}" srcOrd="0" destOrd="0" parTransId="{3FE064F7-4075-4F4A-A318-6F8218E49FF8}" sibTransId="{2FF87028-4573-4A59-95E8-D150DB2FF155}"/>
    <dgm:cxn modelId="{5E33788A-8C76-4642-856B-B6EDDC9D9521}" srcId="{33FDFD17-9B96-4A24-9BE5-40C0E7E229F1}" destId="{75DBD7FE-2B93-4E58-8E75-E676908060A4}" srcOrd="0" destOrd="0" parTransId="{8B353C12-3B2B-4A15-B0E5-D9D918BA43B2}" sibTransId="{0B0E1517-C4DF-4E89-A168-E307F9F31962}"/>
    <dgm:cxn modelId="{05315691-59DE-4D55-BFE4-74911AA05A1E}" type="presOf" srcId="{2F902483-2730-48DA-9DF1-4B1BF5D4655B}" destId="{D668532F-C960-4D23-8F22-AB0B5D6989AA}" srcOrd="0" destOrd="0" presId="urn:microsoft.com/office/officeart/2005/8/layout/vList2"/>
    <dgm:cxn modelId="{F931629B-37BA-4FE4-98F3-974FA8687C07}" type="presOf" srcId="{33FDFD17-9B96-4A24-9BE5-40C0E7E229F1}" destId="{A72E9532-E8CA-4A87-94C9-A427085F5B2F}" srcOrd="0" destOrd="0" presId="urn:microsoft.com/office/officeart/2005/8/layout/vList2"/>
    <dgm:cxn modelId="{A419769C-7EFA-48AA-8CDE-6BC776B314DA}" srcId="{CF7B8DE6-2D42-4C3D-8C1A-059F986BC472}" destId="{860F94B0-0DFB-4B84-A2CA-0E14D009A51F}" srcOrd="1" destOrd="0" parTransId="{F1B814AA-4120-4F06-91EB-86B2A890046A}" sibTransId="{CE6C0CC3-AE55-4A54-B1C9-F9DA23CC2275}"/>
    <dgm:cxn modelId="{63A40D9D-3FEF-496A-AD4B-110477010C7D}" type="presOf" srcId="{DE4404D8-03DE-473A-AC95-A5BDF11D0969}" destId="{D668532F-C960-4D23-8F22-AB0B5D6989AA}" srcOrd="0" destOrd="1" presId="urn:microsoft.com/office/officeart/2005/8/layout/vList2"/>
    <dgm:cxn modelId="{06B84EAB-0AA3-473A-B237-52707B1607C7}" srcId="{0CE98452-F5CE-4048-AC64-1AD8F62EFA9D}" destId="{E6B4C646-FB19-44D1-A4B9-32E82A760359}" srcOrd="0" destOrd="0" parTransId="{C957D775-D36E-4EB9-B6EF-85A74B4078F3}" sibTransId="{248F7C78-811F-4DB7-97C6-772B6A9CBA66}"/>
    <dgm:cxn modelId="{52802CCE-3E65-4DD8-97E7-38222F2CF518}" srcId="{860F94B0-0DFB-4B84-A2CA-0E14D009A51F}" destId="{2F902483-2730-48DA-9DF1-4B1BF5D4655B}" srcOrd="0" destOrd="0" parTransId="{F1EA30CF-001B-40B6-BB38-8F40EAA3216C}" sibTransId="{F5351C6C-DFA5-492B-8F74-66566350CEF5}"/>
    <dgm:cxn modelId="{33E849D1-0598-4EDF-9CA0-DF90298C3E50}" srcId="{860F94B0-0DFB-4B84-A2CA-0E14D009A51F}" destId="{DE4404D8-03DE-473A-AC95-A5BDF11D0969}" srcOrd="1" destOrd="0" parTransId="{A673FCF3-3320-46AC-A3FD-7E1732709A33}" sibTransId="{E0190AA8-8B4D-480A-BA02-44C067C1D588}"/>
    <dgm:cxn modelId="{2C3EEDE7-8736-47AD-B056-88BF2583D68E}" type="presOf" srcId="{E6B4C646-FB19-44D1-A4B9-32E82A760359}" destId="{88B050FE-0EE1-4679-9BB6-911D683510E7}" srcOrd="0" destOrd="0" presId="urn:microsoft.com/office/officeart/2005/8/layout/vList2"/>
    <dgm:cxn modelId="{57B49A7E-BFC5-4A98-86C9-D402D9FFBD97}" type="presParOf" srcId="{B344B6B5-10BF-48B9-B3C9-4C09F194B67C}" destId="{A72E9532-E8CA-4A87-94C9-A427085F5B2F}" srcOrd="0" destOrd="0" presId="urn:microsoft.com/office/officeart/2005/8/layout/vList2"/>
    <dgm:cxn modelId="{BCA9BD37-1CFE-435D-9288-E9BEDA70C446}" type="presParOf" srcId="{B344B6B5-10BF-48B9-B3C9-4C09F194B67C}" destId="{50342584-C6ED-4ED7-AA56-30CED6BCC31D}" srcOrd="1" destOrd="0" presId="urn:microsoft.com/office/officeart/2005/8/layout/vList2"/>
    <dgm:cxn modelId="{C0576AA7-EC28-47F1-A672-628EBAE602DB}" type="presParOf" srcId="{B344B6B5-10BF-48B9-B3C9-4C09F194B67C}" destId="{2C73943B-BC8B-46E0-9053-8628FEC0D900}" srcOrd="2" destOrd="0" presId="urn:microsoft.com/office/officeart/2005/8/layout/vList2"/>
    <dgm:cxn modelId="{93A8800C-1334-4075-A814-2701555449AB}" type="presParOf" srcId="{B344B6B5-10BF-48B9-B3C9-4C09F194B67C}" destId="{D668532F-C960-4D23-8F22-AB0B5D6989AA}" srcOrd="3" destOrd="0" presId="urn:microsoft.com/office/officeart/2005/8/layout/vList2"/>
    <dgm:cxn modelId="{AE22CA4A-380B-4FF1-9B96-EB9E77D33677}" type="presParOf" srcId="{B344B6B5-10BF-48B9-B3C9-4C09F194B67C}" destId="{3B9F0CB0-4892-4D67-A8D6-9EB2B3D3C2C4}" srcOrd="4" destOrd="0" presId="urn:microsoft.com/office/officeart/2005/8/layout/vList2"/>
    <dgm:cxn modelId="{E4365156-79CF-4A44-B990-1EF794246954}" type="presParOf" srcId="{B344B6B5-10BF-48B9-B3C9-4C09F194B67C}" destId="{88B050FE-0EE1-4679-9BB6-911D683510E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0511D2-B8EC-4149-AB63-B41611778E16}" type="doc">
      <dgm:prSet loTypeId="urn:microsoft.com/office/officeart/2005/8/layout/cycle2" loCatId="cycle" qsTypeId="urn:microsoft.com/office/officeart/2005/8/quickstyle/3d4" qsCatId="3D" csTypeId="urn:microsoft.com/office/officeart/2005/8/colors/colorful5" csCatId="colorful" phldr="1"/>
      <dgm:spPr/>
      <dgm:t>
        <a:bodyPr/>
        <a:lstStyle/>
        <a:p>
          <a:endParaRPr lang="pt-BR"/>
        </a:p>
      </dgm:t>
    </dgm:pt>
    <dgm:pt modelId="{A4F734EA-ABCB-4C8D-A232-0C8122D5275F}">
      <dgm:prSet phldrT="[Texto]" custT="1"/>
      <dgm:spPr/>
      <dgm:t>
        <a:bodyPr/>
        <a:lstStyle/>
        <a:p>
          <a:pPr algn="ctr"/>
          <a:r>
            <a:rPr lang="pt-BR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Marcos</a:t>
          </a:r>
        </a:p>
        <a:p>
          <a:pPr algn="ctr"/>
          <a:r>
            <a: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Contém </a:t>
          </a:r>
          <a:r>
            <a: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661</a:t>
          </a:r>
          <a:r>
            <a:rPr lang="pt-B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 </a:t>
          </a:r>
          <a:r>
            <a: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versículos </a:t>
          </a:r>
          <a:endParaRPr lang="pt-BR" sz="2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gency FB" pitchFamily="34" charset="0"/>
          </a:endParaRPr>
        </a:p>
      </dgm:t>
    </dgm:pt>
    <dgm:pt modelId="{E6E43E18-F501-402A-AAC5-58C109FB86F3}" type="parTrans" cxnId="{801723E2-F833-47D3-8C7F-779EF21C7B6A}">
      <dgm:prSet/>
      <dgm:spPr/>
      <dgm:t>
        <a:bodyPr/>
        <a:lstStyle/>
        <a:p>
          <a:endParaRPr lang="pt-BR"/>
        </a:p>
      </dgm:t>
    </dgm:pt>
    <dgm:pt modelId="{CEC8C8E9-60C5-499A-A573-F391324604B2}" type="sibTrans" cxnId="{801723E2-F833-47D3-8C7F-779EF21C7B6A}">
      <dgm:prSet/>
      <dgm:spPr/>
      <dgm:t>
        <a:bodyPr/>
        <a:lstStyle/>
        <a:p>
          <a:endParaRPr lang="pt-BR"/>
        </a:p>
      </dgm:t>
    </dgm:pt>
    <dgm:pt modelId="{80BDE8EC-6FFF-4293-82E9-731040090D0D}">
      <dgm:prSet phldrT="[Texto]" custT="1"/>
      <dgm:spPr/>
      <dgm:t>
        <a:bodyPr/>
        <a:lstStyle/>
        <a:p>
          <a:pPr algn="ctr"/>
          <a:r>
            <a:rPr lang="pt-BR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Lucas</a:t>
          </a:r>
        </a:p>
        <a:p>
          <a:pPr algn="ctr"/>
          <a:r>
            <a: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Contém </a:t>
          </a:r>
          <a:r>
            <a:rPr lang="pt-BR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1149</a:t>
          </a:r>
          <a:r>
            <a:rPr lang="pt-BR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 </a:t>
          </a:r>
          <a:r>
            <a: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versículos</a:t>
          </a:r>
          <a:endParaRPr lang="pt-BR" sz="2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gency FB" pitchFamily="34" charset="0"/>
          </a:endParaRPr>
        </a:p>
      </dgm:t>
    </dgm:pt>
    <dgm:pt modelId="{D9310ABE-F0CF-47DB-BECF-13072733062E}" type="parTrans" cxnId="{4C6CE930-E31B-4FB5-AD51-57CC2F4F18FE}">
      <dgm:prSet/>
      <dgm:spPr/>
      <dgm:t>
        <a:bodyPr/>
        <a:lstStyle/>
        <a:p>
          <a:endParaRPr lang="pt-BR"/>
        </a:p>
      </dgm:t>
    </dgm:pt>
    <dgm:pt modelId="{DDBA5C42-6B22-4680-8BF7-EAB39F44A3AE}" type="sibTrans" cxnId="{4C6CE930-E31B-4FB5-AD51-57CC2F4F18FE}">
      <dgm:prSet/>
      <dgm:spPr/>
      <dgm:t>
        <a:bodyPr/>
        <a:lstStyle/>
        <a:p>
          <a:endParaRPr lang="pt-BR"/>
        </a:p>
      </dgm:t>
    </dgm:pt>
    <dgm:pt modelId="{AC5BB5B3-C90F-4F5B-B717-46C4E209DD36}">
      <dgm:prSet phldrT="[Texto]" custT="1"/>
      <dgm:spPr/>
      <dgm:t>
        <a:bodyPr/>
        <a:lstStyle/>
        <a:p>
          <a:pPr algn="ctr"/>
          <a:r>
            <a:rPr lang="pt-BR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Mateus</a:t>
          </a:r>
          <a:r>
            <a:rPr lang="pt-B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 </a:t>
          </a:r>
        </a:p>
        <a:p>
          <a:pPr algn="ctr"/>
          <a:r>
            <a: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Contém </a:t>
          </a:r>
          <a:r>
            <a:rPr lang="pt-BR" sz="23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1068</a:t>
          </a:r>
          <a:r>
            <a:rPr lang="pt-BR" sz="2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 </a:t>
          </a:r>
          <a:r>
            <a: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versículos</a:t>
          </a:r>
          <a:endParaRPr lang="pt-BR" sz="23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gency FB" pitchFamily="34" charset="0"/>
          </a:endParaRPr>
        </a:p>
      </dgm:t>
    </dgm:pt>
    <dgm:pt modelId="{856D1972-1D01-4156-A98F-852403FFD230}" type="sibTrans" cxnId="{7B49410A-5ADD-4F72-97ED-17CC50856C0A}">
      <dgm:prSet/>
      <dgm:spPr/>
      <dgm:t>
        <a:bodyPr/>
        <a:lstStyle/>
        <a:p>
          <a:endParaRPr lang="pt-BR"/>
        </a:p>
      </dgm:t>
    </dgm:pt>
    <dgm:pt modelId="{87C07DFD-170D-46A3-B927-EBBE22D8666C}" type="parTrans" cxnId="{7B49410A-5ADD-4F72-97ED-17CC50856C0A}">
      <dgm:prSet/>
      <dgm:spPr/>
      <dgm:t>
        <a:bodyPr/>
        <a:lstStyle/>
        <a:p>
          <a:endParaRPr lang="pt-BR"/>
        </a:p>
      </dgm:t>
    </dgm:pt>
    <dgm:pt modelId="{C708D279-597C-451C-BB4C-1F3B426F7A14}" type="pres">
      <dgm:prSet presAssocID="{F60511D2-B8EC-4149-AB63-B41611778E16}" presName="cycle" presStyleCnt="0">
        <dgm:presLayoutVars>
          <dgm:dir/>
          <dgm:resizeHandles val="exact"/>
        </dgm:presLayoutVars>
      </dgm:prSet>
      <dgm:spPr/>
    </dgm:pt>
    <dgm:pt modelId="{602800F9-ED60-49EB-A47E-3A0BE4519031}" type="pres">
      <dgm:prSet presAssocID="{A4F734EA-ABCB-4C8D-A232-0C8122D5275F}" presName="node" presStyleLbl="node1" presStyleIdx="0" presStyleCnt="3">
        <dgm:presLayoutVars>
          <dgm:bulletEnabled val="1"/>
        </dgm:presLayoutVars>
      </dgm:prSet>
      <dgm:spPr/>
    </dgm:pt>
    <dgm:pt modelId="{AF8566D8-1A10-4CB3-870E-54DAF7E9FC8F}" type="pres">
      <dgm:prSet presAssocID="{CEC8C8E9-60C5-499A-A573-F391324604B2}" presName="sibTrans" presStyleLbl="sibTrans2D1" presStyleIdx="0" presStyleCnt="3"/>
      <dgm:spPr/>
    </dgm:pt>
    <dgm:pt modelId="{2A601E64-673B-43A1-B81C-C84EE5405BF1}" type="pres">
      <dgm:prSet presAssocID="{CEC8C8E9-60C5-499A-A573-F391324604B2}" presName="connectorText" presStyleLbl="sibTrans2D1" presStyleIdx="0" presStyleCnt="3"/>
      <dgm:spPr/>
    </dgm:pt>
    <dgm:pt modelId="{5D6E9A55-5817-4DC6-8D55-0D291BC5D6B4}" type="pres">
      <dgm:prSet presAssocID="{AC5BB5B3-C90F-4F5B-B717-46C4E209DD36}" presName="node" presStyleLbl="node1" presStyleIdx="1" presStyleCnt="3">
        <dgm:presLayoutVars>
          <dgm:bulletEnabled val="1"/>
        </dgm:presLayoutVars>
      </dgm:prSet>
      <dgm:spPr/>
    </dgm:pt>
    <dgm:pt modelId="{76C17B85-E393-4204-A7CE-48D9BDB023DB}" type="pres">
      <dgm:prSet presAssocID="{856D1972-1D01-4156-A98F-852403FFD230}" presName="sibTrans" presStyleLbl="sibTrans2D1" presStyleIdx="1" presStyleCnt="3"/>
      <dgm:spPr/>
    </dgm:pt>
    <dgm:pt modelId="{C2B302E8-6537-4AFB-A11C-BAAB5E35C477}" type="pres">
      <dgm:prSet presAssocID="{856D1972-1D01-4156-A98F-852403FFD230}" presName="connectorText" presStyleLbl="sibTrans2D1" presStyleIdx="1" presStyleCnt="3"/>
      <dgm:spPr/>
    </dgm:pt>
    <dgm:pt modelId="{FB957108-5338-4941-A14D-AD5EFF68A3E9}" type="pres">
      <dgm:prSet presAssocID="{80BDE8EC-6FFF-4293-82E9-731040090D0D}" presName="node" presStyleLbl="node1" presStyleIdx="2" presStyleCnt="3">
        <dgm:presLayoutVars>
          <dgm:bulletEnabled val="1"/>
        </dgm:presLayoutVars>
      </dgm:prSet>
      <dgm:spPr/>
    </dgm:pt>
    <dgm:pt modelId="{67101BC9-EE72-4B41-A050-A36E2432BEE0}" type="pres">
      <dgm:prSet presAssocID="{DDBA5C42-6B22-4680-8BF7-EAB39F44A3AE}" presName="sibTrans" presStyleLbl="sibTrans2D1" presStyleIdx="2" presStyleCnt="3"/>
      <dgm:spPr/>
    </dgm:pt>
    <dgm:pt modelId="{AB2BB715-1681-4A2E-B3B2-0A5108E22452}" type="pres">
      <dgm:prSet presAssocID="{DDBA5C42-6B22-4680-8BF7-EAB39F44A3AE}" presName="connectorText" presStyleLbl="sibTrans2D1" presStyleIdx="2" presStyleCnt="3"/>
      <dgm:spPr/>
    </dgm:pt>
  </dgm:ptLst>
  <dgm:cxnLst>
    <dgm:cxn modelId="{B9839700-AE39-4DF2-9DD1-90540E67ED5C}" type="presOf" srcId="{AC5BB5B3-C90F-4F5B-B717-46C4E209DD36}" destId="{5D6E9A55-5817-4DC6-8D55-0D291BC5D6B4}" srcOrd="0" destOrd="0" presId="urn:microsoft.com/office/officeart/2005/8/layout/cycle2"/>
    <dgm:cxn modelId="{7B49410A-5ADD-4F72-97ED-17CC50856C0A}" srcId="{F60511D2-B8EC-4149-AB63-B41611778E16}" destId="{AC5BB5B3-C90F-4F5B-B717-46C4E209DD36}" srcOrd="1" destOrd="0" parTransId="{87C07DFD-170D-46A3-B927-EBBE22D8666C}" sibTransId="{856D1972-1D01-4156-A98F-852403FFD230}"/>
    <dgm:cxn modelId="{FF4F1D10-86FB-4F55-8587-22D9E7654CF3}" type="presOf" srcId="{F60511D2-B8EC-4149-AB63-B41611778E16}" destId="{C708D279-597C-451C-BB4C-1F3B426F7A14}" srcOrd="0" destOrd="0" presId="urn:microsoft.com/office/officeart/2005/8/layout/cycle2"/>
    <dgm:cxn modelId="{4C6CE930-E31B-4FB5-AD51-57CC2F4F18FE}" srcId="{F60511D2-B8EC-4149-AB63-B41611778E16}" destId="{80BDE8EC-6FFF-4293-82E9-731040090D0D}" srcOrd="2" destOrd="0" parTransId="{D9310ABE-F0CF-47DB-BECF-13072733062E}" sibTransId="{DDBA5C42-6B22-4680-8BF7-EAB39F44A3AE}"/>
    <dgm:cxn modelId="{214F6F3A-49AA-4B60-A53B-0511BF7BE2AE}" type="presOf" srcId="{856D1972-1D01-4156-A98F-852403FFD230}" destId="{76C17B85-E393-4204-A7CE-48D9BDB023DB}" srcOrd="0" destOrd="0" presId="urn:microsoft.com/office/officeart/2005/8/layout/cycle2"/>
    <dgm:cxn modelId="{E5851B40-5692-420F-8367-DE20B5533FB8}" type="presOf" srcId="{856D1972-1D01-4156-A98F-852403FFD230}" destId="{C2B302E8-6537-4AFB-A11C-BAAB5E35C477}" srcOrd="1" destOrd="0" presId="urn:microsoft.com/office/officeart/2005/8/layout/cycle2"/>
    <dgm:cxn modelId="{C9DC0E72-C84E-42EF-9E44-F1685443F9BB}" type="presOf" srcId="{CEC8C8E9-60C5-499A-A573-F391324604B2}" destId="{AF8566D8-1A10-4CB3-870E-54DAF7E9FC8F}" srcOrd="0" destOrd="0" presId="urn:microsoft.com/office/officeart/2005/8/layout/cycle2"/>
    <dgm:cxn modelId="{997C7053-92A4-413A-8460-C07A380A9CB7}" type="presOf" srcId="{CEC8C8E9-60C5-499A-A573-F391324604B2}" destId="{2A601E64-673B-43A1-B81C-C84EE5405BF1}" srcOrd="1" destOrd="0" presId="urn:microsoft.com/office/officeart/2005/8/layout/cycle2"/>
    <dgm:cxn modelId="{F2F0F658-81F0-45BB-BFE0-AD50E77C06CD}" type="presOf" srcId="{A4F734EA-ABCB-4C8D-A232-0C8122D5275F}" destId="{602800F9-ED60-49EB-A47E-3A0BE4519031}" srcOrd="0" destOrd="0" presId="urn:microsoft.com/office/officeart/2005/8/layout/cycle2"/>
    <dgm:cxn modelId="{60E26FA0-D566-45E9-807D-349158322F2B}" type="presOf" srcId="{DDBA5C42-6B22-4680-8BF7-EAB39F44A3AE}" destId="{67101BC9-EE72-4B41-A050-A36E2432BEE0}" srcOrd="0" destOrd="0" presId="urn:microsoft.com/office/officeart/2005/8/layout/cycle2"/>
    <dgm:cxn modelId="{3F4282A6-013F-468B-887D-5FBC769B7AD3}" type="presOf" srcId="{DDBA5C42-6B22-4680-8BF7-EAB39F44A3AE}" destId="{AB2BB715-1681-4A2E-B3B2-0A5108E22452}" srcOrd="1" destOrd="0" presId="urn:microsoft.com/office/officeart/2005/8/layout/cycle2"/>
    <dgm:cxn modelId="{8FA0F2AC-2C5D-426A-BE6A-7AC644320B04}" type="presOf" srcId="{80BDE8EC-6FFF-4293-82E9-731040090D0D}" destId="{FB957108-5338-4941-A14D-AD5EFF68A3E9}" srcOrd="0" destOrd="0" presId="urn:microsoft.com/office/officeart/2005/8/layout/cycle2"/>
    <dgm:cxn modelId="{801723E2-F833-47D3-8C7F-779EF21C7B6A}" srcId="{F60511D2-B8EC-4149-AB63-B41611778E16}" destId="{A4F734EA-ABCB-4C8D-A232-0C8122D5275F}" srcOrd="0" destOrd="0" parTransId="{E6E43E18-F501-402A-AAC5-58C109FB86F3}" sibTransId="{CEC8C8E9-60C5-499A-A573-F391324604B2}"/>
    <dgm:cxn modelId="{D6AFA992-BECF-4437-A9B6-9E7B0AEB9C97}" type="presParOf" srcId="{C708D279-597C-451C-BB4C-1F3B426F7A14}" destId="{602800F9-ED60-49EB-A47E-3A0BE4519031}" srcOrd="0" destOrd="0" presId="urn:microsoft.com/office/officeart/2005/8/layout/cycle2"/>
    <dgm:cxn modelId="{B0DB8173-39B7-4C9D-8B09-6892C5C7578D}" type="presParOf" srcId="{C708D279-597C-451C-BB4C-1F3B426F7A14}" destId="{AF8566D8-1A10-4CB3-870E-54DAF7E9FC8F}" srcOrd="1" destOrd="0" presId="urn:microsoft.com/office/officeart/2005/8/layout/cycle2"/>
    <dgm:cxn modelId="{BBED64F7-8823-4D16-A7A4-5D9C41666E33}" type="presParOf" srcId="{AF8566D8-1A10-4CB3-870E-54DAF7E9FC8F}" destId="{2A601E64-673B-43A1-B81C-C84EE5405BF1}" srcOrd="0" destOrd="0" presId="urn:microsoft.com/office/officeart/2005/8/layout/cycle2"/>
    <dgm:cxn modelId="{3B7D480D-CCAF-4DA4-85DB-C72A41481DE1}" type="presParOf" srcId="{C708D279-597C-451C-BB4C-1F3B426F7A14}" destId="{5D6E9A55-5817-4DC6-8D55-0D291BC5D6B4}" srcOrd="2" destOrd="0" presId="urn:microsoft.com/office/officeart/2005/8/layout/cycle2"/>
    <dgm:cxn modelId="{87B53F05-3EDE-44EF-9194-18812CFAC814}" type="presParOf" srcId="{C708D279-597C-451C-BB4C-1F3B426F7A14}" destId="{76C17B85-E393-4204-A7CE-48D9BDB023DB}" srcOrd="3" destOrd="0" presId="urn:microsoft.com/office/officeart/2005/8/layout/cycle2"/>
    <dgm:cxn modelId="{CCA61BC8-3383-4145-85EB-2D14A25BA289}" type="presParOf" srcId="{76C17B85-E393-4204-A7CE-48D9BDB023DB}" destId="{C2B302E8-6537-4AFB-A11C-BAAB5E35C477}" srcOrd="0" destOrd="0" presId="urn:microsoft.com/office/officeart/2005/8/layout/cycle2"/>
    <dgm:cxn modelId="{87ABE809-5F92-4514-A3DC-50843D7DA198}" type="presParOf" srcId="{C708D279-597C-451C-BB4C-1F3B426F7A14}" destId="{FB957108-5338-4941-A14D-AD5EFF68A3E9}" srcOrd="4" destOrd="0" presId="urn:microsoft.com/office/officeart/2005/8/layout/cycle2"/>
    <dgm:cxn modelId="{F6B058B4-47F4-445D-95E6-0862730968CD}" type="presParOf" srcId="{C708D279-597C-451C-BB4C-1F3B426F7A14}" destId="{67101BC9-EE72-4B41-A050-A36E2432BEE0}" srcOrd="5" destOrd="0" presId="urn:microsoft.com/office/officeart/2005/8/layout/cycle2"/>
    <dgm:cxn modelId="{3EA256F1-838D-4D42-AF34-623117AACBC3}" type="presParOf" srcId="{67101BC9-EE72-4B41-A050-A36E2432BEE0}" destId="{AB2BB715-1681-4A2E-B3B2-0A5108E2245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0511D2-B8EC-4149-AB63-B41611778E16}" type="doc">
      <dgm:prSet loTypeId="urn:microsoft.com/office/officeart/2005/8/layout/chart3" loCatId="cycle" qsTypeId="urn:microsoft.com/office/officeart/2005/8/quickstyle/simple5" qsCatId="simple" csTypeId="urn:microsoft.com/office/officeart/2005/8/colors/colorful1#2" csCatId="colorful" phldr="1"/>
      <dgm:spPr/>
      <dgm:t>
        <a:bodyPr/>
        <a:lstStyle/>
        <a:p>
          <a:endParaRPr lang="pt-BR"/>
        </a:p>
      </dgm:t>
    </dgm:pt>
    <dgm:pt modelId="{80BDE8EC-6FFF-4293-82E9-731040090D0D}">
      <dgm:prSet phldrT="[Texto]" custT="1"/>
      <dgm:spPr/>
      <dgm:t>
        <a:bodyPr/>
        <a:lstStyle/>
        <a:p>
          <a:pPr algn="ctr"/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Mateus </a:t>
          </a:r>
          <a:r>
            <a:rPr lang="pt-BR" sz="140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reproduz </a:t>
          </a:r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cerca de </a:t>
          </a:r>
          <a:r>
            <a:rPr lang="pt-BR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500 </a:t>
          </a:r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versículos semelhantes       a Marcos* </a:t>
          </a:r>
        </a:p>
      </dgm:t>
    </dgm:pt>
    <dgm:pt modelId="{D9310ABE-F0CF-47DB-BECF-13072733062E}" type="parTrans" cxnId="{4C6CE930-E31B-4FB5-AD51-57CC2F4F18FE}">
      <dgm:prSet/>
      <dgm:spPr/>
      <dgm:t>
        <a:bodyPr/>
        <a:lstStyle/>
        <a:p>
          <a:endParaRPr lang="pt-BR"/>
        </a:p>
      </dgm:t>
    </dgm:pt>
    <dgm:pt modelId="{DDBA5C42-6B22-4680-8BF7-EAB39F44A3AE}" type="sibTrans" cxnId="{4C6CE930-E31B-4FB5-AD51-57CC2F4F18FE}">
      <dgm:prSet/>
      <dgm:spPr/>
      <dgm:t>
        <a:bodyPr/>
        <a:lstStyle/>
        <a:p>
          <a:endParaRPr lang="pt-BR"/>
        </a:p>
      </dgm:t>
    </dgm:pt>
    <dgm:pt modelId="{AC5BB5B3-C90F-4F5B-B717-46C4E209DD36}">
      <dgm:prSet phldrT="[Texto]" custT="1"/>
      <dgm:spPr/>
      <dgm:t>
        <a:bodyPr/>
        <a:lstStyle/>
        <a:p>
          <a:pPr algn="ctr"/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Cerca de </a:t>
          </a:r>
          <a:r>
            <a:rPr lang="pt-BR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250 </a:t>
          </a:r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versículo são </a:t>
          </a:r>
          <a:r>
            <a:rPr lang="pt-BR" sz="140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compartilhado</a:t>
          </a:r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por Mateus e Lucas, mas, não existem em Marcos</a:t>
          </a:r>
        </a:p>
      </dgm:t>
    </dgm:pt>
    <dgm:pt modelId="{856D1972-1D01-4156-A98F-852403FFD230}" type="sibTrans" cxnId="{7B49410A-5ADD-4F72-97ED-17CC50856C0A}">
      <dgm:prSet/>
      <dgm:spPr/>
      <dgm:t>
        <a:bodyPr/>
        <a:lstStyle/>
        <a:p>
          <a:endParaRPr lang="pt-BR"/>
        </a:p>
      </dgm:t>
    </dgm:pt>
    <dgm:pt modelId="{87C07DFD-170D-46A3-B927-EBBE22D8666C}" type="parTrans" cxnId="{7B49410A-5ADD-4F72-97ED-17CC50856C0A}">
      <dgm:prSet/>
      <dgm:spPr/>
      <dgm:t>
        <a:bodyPr/>
        <a:lstStyle/>
        <a:p>
          <a:endParaRPr lang="pt-BR"/>
        </a:p>
      </dgm:t>
    </dgm:pt>
    <dgm:pt modelId="{A4F734EA-ABCB-4C8D-A232-0C8122D5275F}">
      <dgm:prSet phldrT="[Texto]" custT="1"/>
      <dgm:spPr/>
      <dgm:t>
        <a:bodyPr/>
        <a:lstStyle/>
        <a:p>
          <a:pPr algn="ctr"/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Cerca de </a:t>
          </a:r>
          <a:r>
            <a:rPr lang="pt-BR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300 </a:t>
          </a:r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versículos são </a:t>
          </a:r>
          <a:r>
            <a:rPr lang="pt-BR" sz="140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exclusivos</a:t>
          </a:r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de Mateus </a:t>
          </a:r>
        </a:p>
      </dgm:t>
    </dgm:pt>
    <dgm:pt modelId="{CEC8C8E9-60C5-499A-A573-F391324604B2}" type="sibTrans" cxnId="{801723E2-F833-47D3-8C7F-779EF21C7B6A}">
      <dgm:prSet/>
      <dgm:spPr/>
      <dgm:t>
        <a:bodyPr/>
        <a:lstStyle/>
        <a:p>
          <a:endParaRPr lang="pt-BR"/>
        </a:p>
      </dgm:t>
    </dgm:pt>
    <dgm:pt modelId="{E6E43E18-F501-402A-AAC5-58C109FB86F3}" type="parTrans" cxnId="{801723E2-F833-47D3-8C7F-779EF21C7B6A}">
      <dgm:prSet/>
      <dgm:spPr/>
      <dgm:t>
        <a:bodyPr/>
        <a:lstStyle/>
        <a:p>
          <a:endParaRPr lang="pt-BR"/>
        </a:p>
      </dgm:t>
    </dgm:pt>
    <dgm:pt modelId="{A19FB37F-68D9-466C-B5C0-914E0A7E8448}" type="pres">
      <dgm:prSet presAssocID="{F60511D2-B8EC-4149-AB63-B41611778E16}" presName="compositeShape" presStyleCnt="0">
        <dgm:presLayoutVars>
          <dgm:chMax val="7"/>
          <dgm:dir/>
          <dgm:resizeHandles val="exact"/>
        </dgm:presLayoutVars>
      </dgm:prSet>
      <dgm:spPr/>
    </dgm:pt>
    <dgm:pt modelId="{8CEAC0D0-C7A4-4C68-8583-DBE2DEB30EC8}" type="pres">
      <dgm:prSet presAssocID="{F60511D2-B8EC-4149-AB63-B41611778E16}" presName="wedge1" presStyleLbl="node1" presStyleIdx="0" presStyleCnt="3" custLinFactNeighborX="-1440" custLinFactNeighborY="-40"/>
      <dgm:spPr/>
    </dgm:pt>
    <dgm:pt modelId="{FB6A5FBA-9D4F-4275-89C6-BC561444BAA6}" type="pres">
      <dgm:prSet presAssocID="{F60511D2-B8EC-4149-AB63-B41611778E16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6DD0281-67BA-4A0E-A133-FC6084259AD2}" type="pres">
      <dgm:prSet presAssocID="{F60511D2-B8EC-4149-AB63-B41611778E16}" presName="wedge2" presStyleLbl="node1" presStyleIdx="1" presStyleCnt="3" custLinFactNeighborX="161" custLinFactNeighborY="537"/>
      <dgm:spPr/>
    </dgm:pt>
    <dgm:pt modelId="{38FA770D-5C75-41E1-A969-FA2BEC49E3A0}" type="pres">
      <dgm:prSet presAssocID="{F60511D2-B8EC-4149-AB63-B41611778E16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A514CEA-8D48-4417-BB1B-4C692DC9A4ED}" type="pres">
      <dgm:prSet presAssocID="{F60511D2-B8EC-4149-AB63-B41611778E16}" presName="wedge3" presStyleLbl="node1" presStyleIdx="2" presStyleCnt="3"/>
      <dgm:spPr/>
    </dgm:pt>
    <dgm:pt modelId="{6D8542E5-6AF2-49DC-9B6E-904F4B1A0683}" type="pres">
      <dgm:prSet presAssocID="{F60511D2-B8EC-4149-AB63-B41611778E16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2DE2F03-09A8-457F-BBF3-9F3B11DA19F0}" type="presOf" srcId="{AC5BB5B3-C90F-4F5B-B717-46C4E209DD36}" destId="{A6DD0281-67BA-4A0E-A133-FC6084259AD2}" srcOrd="0" destOrd="0" presId="urn:microsoft.com/office/officeart/2005/8/layout/chart3"/>
    <dgm:cxn modelId="{7B49410A-5ADD-4F72-97ED-17CC50856C0A}" srcId="{F60511D2-B8EC-4149-AB63-B41611778E16}" destId="{AC5BB5B3-C90F-4F5B-B717-46C4E209DD36}" srcOrd="1" destOrd="0" parTransId="{87C07DFD-170D-46A3-B927-EBBE22D8666C}" sibTransId="{856D1972-1D01-4156-A98F-852403FFD230}"/>
    <dgm:cxn modelId="{14D35719-E645-48EC-AB54-F267D8A9F46A}" type="presOf" srcId="{AC5BB5B3-C90F-4F5B-B717-46C4E209DD36}" destId="{38FA770D-5C75-41E1-A969-FA2BEC49E3A0}" srcOrd="1" destOrd="0" presId="urn:microsoft.com/office/officeart/2005/8/layout/chart3"/>
    <dgm:cxn modelId="{2FB5AF2E-33C9-423C-8805-097040DDD2CE}" type="presOf" srcId="{80BDE8EC-6FFF-4293-82E9-731040090D0D}" destId="{6D8542E5-6AF2-49DC-9B6E-904F4B1A0683}" srcOrd="1" destOrd="0" presId="urn:microsoft.com/office/officeart/2005/8/layout/chart3"/>
    <dgm:cxn modelId="{4C6CE930-E31B-4FB5-AD51-57CC2F4F18FE}" srcId="{F60511D2-B8EC-4149-AB63-B41611778E16}" destId="{80BDE8EC-6FFF-4293-82E9-731040090D0D}" srcOrd="2" destOrd="0" parTransId="{D9310ABE-F0CF-47DB-BECF-13072733062E}" sibTransId="{DDBA5C42-6B22-4680-8BF7-EAB39F44A3AE}"/>
    <dgm:cxn modelId="{BF025D72-BCF1-4AB4-91DB-3C7918D22EB9}" type="presOf" srcId="{F60511D2-B8EC-4149-AB63-B41611778E16}" destId="{A19FB37F-68D9-466C-B5C0-914E0A7E8448}" srcOrd="0" destOrd="0" presId="urn:microsoft.com/office/officeart/2005/8/layout/chart3"/>
    <dgm:cxn modelId="{E5196BB6-D2F7-4989-80C7-2BB0414044B4}" type="presOf" srcId="{A4F734EA-ABCB-4C8D-A232-0C8122D5275F}" destId="{FB6A5FBA-9D4F-4275-89C6-BC561444BAA6}" srcOrd="1" destOrd="0" presId="urn:microsoft.com/office/officeart/2005/8/layout/chart3"/>
    <dgm:cxn modelId="{6C4D29C6-0A30-4120-86BB-8D813808ABCF}" type="presOf" srcId="{80BDE8EC-6FFF-4293-82E9-731040090D0D}" destId="{BA514CEA-8D48-4417-BB1B-4C692DC9A4ED}" srcOrd="0" destOrd="0" presId="urn:microsoft.com/office/officeart/2005/8/layout/chart3"/>
    <dgm:cxn modelId="{801723E2-F833-47D3-8C7F-779EF21C7B6A}" srcId="{F60511D2-B8EC-4149-AB63-B41611778E16}" destId="{A4F734EA-ABCB-4C8D-A232-0C8122D5275F}" srcOrd="0" destOrd="0" parTransId="{E6E43E18-F501-402A-AAC5-58C109FB86F3}" sibTransId="{CEC8C8E9-60C5-499A-A573-F391324604B2}"/>
    <dgm:cxn modelId="{8D94BAED-878D-45EA-AB89-06A147F7DE4B}" type="presOf" srcId="{A4F734EA-ABCB-4C8D-A232-0C8122D5275F}" destId="{8CEAC0D0-C7A4-4C68-8583-DBE2DEB30EC8}" srcOrd="0" destOrd="0" presId="urn:microsoft.com/office/officeart/2005/8/layout/chart3"/>
    <dgm:cxn modelId="{881352E4-40A4-49A4-A34B-77E914F5CA5C}" type="presParOf" srcId="{A19FB37F-68D9-466C-B5C0-914E0A7E8448}" destId="{8CEAC0D0-C7A4-4C68-8583-DBE2DEB30EC8}" srcOrd="0" destOrd="0" presId="urn:microsoft.com/office/officeart/2005/8/layout/chart3"/>
    <dgm:cxn modelId="{0D9A846E-8865-4B19-BE77-8CCEA447A3E3}" type="presParOf" srcId="{A19FB37F-68D9-466C-B5C0-914E0A7E8448}" destId="{FB6A5FBA-9D4F-4275-89C6-BC561444BAA6}" srcOrd="1" destOrd="0" presId="urn:microsoft.com/office/officeart/2005/8/layout/chart3"/>
    <dgm:cxn modelId="{3DD5C0D9-48F3-4E7B-9CB5-530ABBC0C4DA}" type="presParOf" srcId="{A19FB37F-68D9-466C-B5C0-914E0A7E8448}" destId="{A6DD0281-67BA-4A0E-A133-FC6084259AD2}" srcOrd="2" destOrd="0" presId="urn:microsoft.com/office/officeart/2005/8/layout/chart3"/>
    <dgm:cxn modelId="{4C8268E7-FCCB-49E7-9CB7-D47138FF3048}" type="presParOf" srcId="{A19FB37F-68D9-466C-B5C0-914E0A7E8448}" destId="{38FA770D-5C75-41E1-A969-FA2BEC49E3A0}" srcOrd="3" destOrd="0" presId="urn:microsoft.com/office/officeart/2005/8/layout/chart3"/>
    <dgm:cxn modelId="{4D12C4BF-8532-45DC-AC82-31356DF317CB}" type="presParOf" srcId="{A19FB37F-68D9-466C-B5C0-914E0A7E8448}" destId="{BA514CEA-8D48-4417-BB1B-4C692DC9A4ED}" srcOrd="4" destOrd="0" presId="urn:microsoft.com/office/officeart/2005/8/layout/chart3"/>
    <dgm:cxn modelId="{7DDD1A36-D438-44EE-B725-EC2CAE5B1171}" type="presParOf" srcId="{A19FB37F-68D9-466C-B5C0-914E0A7E8448}" destId="{6D8542E5-6AF2-49DC-9B6E-904F4B1A0683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0511D2-B8EC-4149-AB63-B41611778E16}" type="doc">
      <dgm:prSet loTypeId="urn:microsoft.com/office/officeart/2005/8/layout/chart3" loCatId="cycle" qsTypeId="urn:microsoft.com/office/officeart/2005/8/quickstyle/simple5" qsCatId="simple" csTypeId="urn:microsoft.com/office/officeart/2005/8/colors/colorful1#3" csCatId="colorful" phldr="1"/>
      <dgm:spPr/>
      <dgm:t>
        <a:bodyPr/>
        <a:lstStyle/>
        <a:p>
          <a:endParaRPr lang="pt-BR"/>
        </a:p>
      </dgm:t>
    </dgm:pt>
    <dgm:pt modelId="{A4F734EA-ABCB-4C8D-A232-0C8122D5275F}">
      <dgm:prSet phldrT="[Texto]" custT="1"/>
      <dgm:spPr/>
      <dgm:t>
        <a:bodyPr/>
        <a:lstStyle/>
        <a:p>
          <a:pPr algn="ctr"/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Cerca de </a:t>
          </a:r>
          <a:r>
            <a:rPr lang="pt-BR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580 </a:t>
          </a:r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versículos são </a:t>
          </a:r>
          <a:r>
            <a:rPr lang="pt-BR" sz="140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exclusivos</a:t>
          </a:r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de Lucas </a:t>
          </a:r>
        </a:p>
      </dgm:t>
    </dgm:pt>
    <dgm:pt modelId="{E6E43E18-F501-402A-AAC5-58C109FB86F3}" type="parTrans" cxnId="{801723E2-F833-47D3-8C7F-779EF21C7B6A}">
      <dgm:prSet/>
      <dgm:spPr/>
      <dgm:t>
        <a:bodyPr/>
        <a:lstStyle/>
        <a:p>
          <a:endParaRPr lang="pt-BR"/>
        </a:p>
      </dgm:t>
    </dgm:pt>
    <dgm:pt modelId="{CEC8C8E9-60C5-499A-A573-F391324604B2}" type="sibTrans" cxnId="{801723E2-F833-47D3-8C7F-779EF21C7B6A}">
      <dgm:prSet/>
      <dgm:spPr/>
      <dgm:t>
        <a:bodyPr/>
        <a:lstStyle/>
        <a:p>
          <a:endParaRPr lang="pt-BR"/>
        </a:p>
      </dgm:t>
    </dgm:pt>
    <dgm:pt modelId="{80BDE8EC-6FFF-4293-82E9-731040090D0D}">
      <dgm:prSet phldrT="[Texto]" custT="1"/>
      <dgm:spPr/>
      <dgm:t>
        <a:bodyPr/>
        <a:lstStyle/>
        <a:p>
          <a:pPr algn="ctr"/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Lucas </a:t>
          </a:r>
          <a:r>
            <a:rPr lang="pt-BR" sz="140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reproduz</a:t>
          </a:r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cerca de </a:t>
          </a:r>
          <a:r>
            <a:rPr lang="pt-BR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320 </a:t>
          </a:r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versículos de Marcos*  </a:t>
          </a:r>
          <a:r>
            <a: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</a:t>
          </a:r>
          <a:r>
            <a:rPr lang="pt-BR" sz="13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incluindo 24 que Mateus não usou</a:t>
          </a:r>
          <a:r>
            <a: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</a:p>
      </dgm:t>
    </dgm:pt>
    <dgm:pt modelId="{D9310ABE-F0CF-47DB-BECF-13072733062E}" type="parTrans" cxnId="{4C6CE930-E31B-4FB5-AD51-57CC2F4F18FE}">
      <dgm:prSet/>
      <dgm:spPr/>
      <dgm:t>
        <a:bodyPr/>
        <a:lstStyle/>
        <a:p>
          <a:endParaRPr lang="pt-BR"/>
        </a:p>
      </dgm:t>
    </dgm:pt>
    <dgm:pt modelId="{DDBA5C42-6B22-4680-8BF7-EAB39F44A3AE}" type="sibTrans" cxnId="{4C6CE930-E31B-4FB5-AD51-57CC2F4F18FE}">
      <dgm:prSet/>
      <dgm:spPr/>
      <dgm:t>
        <a:bodyPr/>
        <a:lstStyle/>
        <a:p>
          <a:endParaRPr lang="pt-BR"/>
        </a:p>
      </dgm:t>
    </dgm:pt>
    <dgm:pt modelId="{AC5BB5B3-C90F-4F5B-B717-46C4E209DD36}">
      <dgm:prSet phldrT="[Texto]" custT="1"/>
      <dgm:spPr/>
      <dgm:t>
        <a:bodyPr/>
        <a:lstStyle/>
        <a:p>
          <a:pPr algn="ctr"/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Cerca de </a:t>
          </a:r>
          <a:r>
            <a:rPr lang="pt-BR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250 </a:t>
          </a:r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versículo são </a:t>
          </a:r>
          <a:r>
            <a:rPr lang="pt-BR" sz="140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compartilhado</a:t>
          </a:r>
          <a:r>
            <a: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por Mateus e Lucas, mas, não existem em Marcos</a:t>
          </a:r>
        </a:p>
      </dgm:t>
    </dgm:pt>
    <dgm:pt modelId="{856D1972-1D01-4156-A98F-852403FFD230}" type="sibTrans" cxnId="{7B49410A-5ADD-4F72-97ED-17CC50856C0A}">
      <dgm:prSet/>
      <dgm:spPr/>
      <dgm:t>
        <a:bodyPr/>
        <a:lstStyle/>
        <a:p>
          <a:endParaRPr lang="pt-BR"/>
        </a:p>
      </dgm:t>
    </dgm:pt>
    <dgm:pt modelId="{87C07DFD-170D-46A3-B927-EBBE22D8666C}" type="parTrans" cxnId="{7B49410A-5ADD-4F72-97ED-17CC50856C0A}">
      <dgm:prSet/>
      <dgm:spPr/>
      <dgm:t>
        <a:bodyPr/>
        <a:lstStyle/>
        <a:p>
          <a:endParaRPr lang="pt-BR"/>
        </a:p>
      </dgm:t>
    </dgm:pt>
    <dgm:pt modelId="{A19FB37F-68D9-466C-B5C0-914E0A7E8448}" type="pres">
      <dgm:prSet presAssocID="{F60511D2-B8EC-4149-AB63-B41611778E16}" presName="compositeShape" presStyleCnt="0">
        <dgm:presLayoutVars>
          <dgm:chMax val="7"/>
          <dgm:dir/>
          <dgm:resizeHandles val="exact"/>
        </dgm:presLayoutVars>
      </dgm:prSet>
      <dgm:spPr/>
    </dgm:pt>
    <dgm:pt modelId="{8CEAC0D0-C7A4-4C68-8583-DBE2DEB30EC8}" type="pres">
      <dgm:prSet presAssocID="{F60511D2-B8EC-4149-AB63-B41611778E16}" presName="wedge1" presStyleLbl="node1" presStyleIdx="0" presStyleCnt="3" custLinFactNeighborX="-1440" custLinFactNeighborY="-40"/>
      <dgm:spPr/>
    </dgm:pt>
    <dgm:pt modelId="{FB6A5FBA-9D4F-4275-89C6-BC561444BAA6}" type="pres">
      <dgm:prSet presAssocID="{F60511D2-B8EC-4149-AB63-B41611778E16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6DD0281-67BA-4A0E-A133-FC6084259AD2}" type="pres">
      <dgm:prSet presAssocID="{F60511D2-B8EC-4149-AB63-B41611778E16}" presName="wedge2" presStyleLbl="node1" presStyleIdx="1" presStyleCnt="3" custLinFactNeighborX="161" custLinFactNeighborY="537"/>
      <dgm:spPr/>
    </dgm:pt>
    <dgm:pt modelId="{38FA770D-5C75-41E1-A969-FA2BEC49E3A0}" type="pres">
      <dgm:prSet presAssocID="{F60511D2-B8EC-4149-AB63-B41611778E16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A514CEA-8D48-4417-BB1B-4C692DC9A4ED}" type="pres">
      <dgm:prSet presAssocID="{F60511D2-B8EC-4149-AB63-B41611778E16}" presName="wedge3" presStyleLbl="node1" presStyleIdx="2" presStyleCnt="3"/>
      <dgm:spPr/>
    </dgm:pt>
    <dgm:pt modelId="{6D8542E5-6AF2-49DC-9B6E-904F4B1A0683}" type="pres">
      <dgm:prSet presAssocID="{F60511D2-B8EC-4149-AB63-B41611778E16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B49410A-5ADD-4F72-97ED-17CC50856C0A}" srcId="{F60511D2-B8EC-4149-AB63-B41611778E16}" destId="{AC5BB5B3-C90F-4F5B-B717-46C4E209DD36}" srcOrd="1" destOrd="0" parTransId="{87C07DFD-170D-46A3-B927-EBBE22D8666C}" sibTransId="{856D1972-1D01-4156-A98F-852403FFD230}"/>
    <dgm:cxn modelId="{F7F26C0D-28C1-4E83-92A1-9934494688B4}" type="presOf" srcId="{AC5BB5B3-C90F-4F5B-B717-46C4E209DD36}" destId="{38FA770D-5C75-41E1-A969-FA2BEC49E3A0}" srcOrd="1" destOrd="0" presId="urn:microsoft.com/office/officeart/2005/8/layout/chart3"/>
    <dgm:cxn modelId="{4C6CE930-E31B-4FB5-AD51-57CC2F4F18FE}" srcId="{F60511D2-B8EC-4149-AB63-B41611778E16}" destId="{80BDE8EC-6FFF-4293-82E9-731040090D0D}" srcOrd="2" destOrd="0" parTransId="{D9310ABE-F0CF-47DB-BECF-13072733062E}" sibTransId="{DDBA5C42-6B22-4680-8BF7-EAB39F44A3AE}"/>
    <dgm:cxn modelId="{4C28BB45-C469-4DE9-A8BC-3E71E523E88A}" type="presOf" srcId="{A4F734EA-ABCB-4C8D-A232-0C8122D5275F}" destId="{FB6A5FBA-9D4F-4275-89C6-BC561444BAA6}" srcOrd="1" destOrd="0" presId="urn:microsoft.com/office/officeart/2005/8/layout/chart3"/>
    <dgm:cxn modelId="{6B6ED974-23EA-4E63-8FC9-D26C52934E61}" type="presOf" srcId="{80BDE8EC-6FFF-4293-82E9-731040090D0D}" destId="{BA514CEA-8D48-4417-BB1B-4C692DC9A4ED}" srcOrd="0" destOrd="0" presId="urn:microsoft.com/office/officeart/2005/8/layout/chart3"/>
    <dgm:cxn modelId="{A0C24A89-3772-47D4-AA7A-9C4DD1287763}" type="presOf" srcId="{A4F734EA-ABCB-4C8D-A232-0C8122D5275F}" destId="{8CEAC0D0-C7A4-4C68-8583-DBE2DEB30EC8}" srcOrd="0" destOrd="0" presId="urn:microsoft.com/office/officeart/2005/8/layout/chart3"/>
    <dgm:cxn modelId="{88197894-DEAD-47EF-BBF0-F224FE191362}" type="presOf" srcId="{AC5BB5B3-C90F-4F5B-B717-46C4E209DD36}" destId="{A6DD0281-67BA-4A0E-A133-FC6084259AD2}" srcOrd="0" destOrd="0" presId="urn:microsoft.com/office/officeart/2005/8/layout/chart3"/>
    <dgm:cxn modelId="{6188A5B1-30ED-4CB2-A728-54E1FC014446}" type="presOf" srcId="{80BDE8EC-6FFF-4293-82E9-731040090D0D}" destId="{6D8542E5-6AF2-49DC-9B6E-904F4B1A0683}" srcOrd="1" destOrd="0" presId="urn:microsoft.com/office/officeart/2005/8/layout/chart3"/>
    <dgm:cxn modelId="{801723E2-F833-47D3-8C7F-779EF21C7B6A}" srcId="{F60511D2-B8EC-4149-AB63-B41611778E16}" destId="{A4F734EA-ABCB-4C8D-A232-0C8122D5275F}" srcOrd="0" destOrd="0" parTransId="{E6E43E18-F501-402A-AAC5-58C109FB86F3}" sibTransId="{CEC8C8E9-60C5-499A-A573-F391324604B2}"/>
    <dgm:cxn modelId="{C1592BE3-8F4D-4BB5-9C84-C9C20EBCE475}" type="presOf" srcId="{F60511D2-B8EC-4149-AB63-B41611778E16}" destId="{A19FB37F-68D9-466C-B5C0-914E0A7E8448}" srcOrd="0" destOrd="0" presId="urn:microsoft.com/office/officeart/2005/8/layout/chart3"/>
    <dgm:cxn modelId="{E2049228-C2BA-4936-8E37-7413C0B23F66}" type="presParOf" srcId="{A19FB37F-68D9-466C-B5C0-914E0A7E8448}" destId="{8CEAC0D0-C7A4-4C68-8583-DBE2DEB30EC8}" srcOrd="0" destOrd="0" presId="urn:microsoft.com/office/officeart/2005/8/layout/chart3"/>
    <dgm:cxn modelId="{5C228774-EFEB-4719-BA82-9FD93E15D242}" type="presParOf" srcId="{A19FB37F-68D9-466C-B5C0-914E0A7E8448}" destId="{FB6A5FBA-9D4F-4275-89C6-BC561444BAA6}" srcOrd="1" destOrd="0" presId="urn:microsoft.com/office/officeart/2005/8/layout/chart3"/>
    <dgm:cxn modelId="{8210F3B8-CC1C-4D63-9225-943FA9F7F9CE}" type="presParOf" srcId="{A19FB37F-68D9-466C-B5C0-914E0A7E8448}" destId="{A6DD0281-67BA-4A0E-A133-FC6084259AD2}" srcOrd="2" destOrd="0" presId="urn:microsoft.com/office/officeart/2005/8/layout/chart3"/>
    <dgm:cxn modelId="{C404B41E-0969-4C71-AE01-DDC36C81659E}" type="presParOf" srcId="{A19FB37F-68D9-466C-B5C0-914E0A7E8448}" destId="{38FA770D-5C75-41E1-A969-FA2BEC49E3A0}" srcOrd="3" destOrd="0" presId="urn:microsoft.com/office/officeart/2005/8/layout/chart3"/>
    <dgm:cxn modelId="{8363BDC8-80DE-41A3-A93B-ECD878CD17EA}" type="presParOf" srcId="{A19FB37F-68D9-466C-B5C0-914E0A7E8448}" destId="{BA514CEA-8D48-4417-BB1B-4C692DC9A4ED}" srcOrd="4" destOrd="0" presId="urn:microsoft.com/office/officeart/2005/8/layout/chart3"/>
    <dgm:cxn modelId="{4594B925-9D51-4542-96E9-40BE8DFC8F08}" type="presParOf" srcId="{A19FB37F-68D9-466C-B5C0-914E0A7E8448}" destId="{6D8542E5-6AF2-49DC-9B6E-904F4B1A0683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2E9532-E8CA-4A87-94C9-A427085F5B2F}">
      <dsp:nvSpPr>
        <dsp:cNvPr id="0" name=""/>
        <dsp:cNvSpPr/>
      </dsp:nvSpPr>
      <dsp:spPr>
        <a:xfrm>
          <a:off x="0" y="6712"/>
          <a:ext cx="7239008" cy="692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BR" sz="2200" b="1" i="0" u="none" strike="noStrike" kern="1200" cap="none" spc="0" normalizeH="0" baseline="0" noProof="0" dirty="0">
              <a:ln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+mj-ea"/>
              <a:cs typeface="+mj-cs"/>
            </a:rPr>
            <a:t>a. Definição</a:t>
          </a:r>
          <a:endParaRPr lang="pt-BR" sz="2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3812" y="40524"/>
        <a:ext cx="7171384" cy="625016"/>
      </dsp:txXfrm>
    </dsp:sp>
    <dsp:sp modelId="{50342584-C6ED-4ED7-AA56-30CED6BCC31D}">
      <dsp:nvSpPr>
        <dsp:cNvPr id="0" name=""/>
        <dsp:cNvSpPr/>
      </dsp:nvSpPr>
      <dsp:spPr>
        <a:xfrm>
          <a:off x="0" y="715371"/>
          <a:ext cx="7239008" cy="899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839" tIns="22860" rIns="128016" bIns="22860" numCol="1" spcCol="1270" anchor="t" anchorCtr="0">
          <a:noAutofit/>
        </a:bodyPr>
        <a:lstStyle/>
        <a:p>
          <a:pPr marL="171450" lvl="1" indent="-171450" algn="just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0" lang="pt-BR" sz="1800" b="0" i="0" u="none" strike="noStrike" kern="1200" cap="none" spc="0" normalizeH="0" baseline="0" noProof="0" dirty="0">
              <a:ln/>
              <a:effectLst/>
              <a:uLnTx/>
              <a:uFillTx/>
              <a:latin typeface="Book Antiqua" pitchFamily="18" charset="0"/>
              <a:ea typeface="+mj-ea"/>
              <a:cs typeface="+mj-cs"/>
            </a:rPr>
            <a:t>A palavra evangelho aparece mais de 75 vezes no NT; provém do grego</a:t>
          </a:r>
          <a:r>
            <a:rPr kumimoji="0" lang="pt-BR" sz="1800" b="0" i="0" u="none" strike="noStrike" kern="1200" cap="none" spc="0" normalizeH="0" noProof="0" dirty="0">
              <a:ln/>
              <a:effectLst/>
              <a:uLnTx/>
              <a:uFillTx/>
              <a:latin typeface="Book Antiqua" pitchFamily="18" charset="0"/>
              <a:ea typeface="+mj-ea"/>
              <a:cs typeface="+mj-cs"/>
            </a:rPr>
            <a:t> </a:t>
          </a:r>
          <a:r>
            <a:rPr kumimoji="0" lang="pt-BR" sz="1800" b="0" i="1" u="none" strike="noStrike" kern="1200" cap="none" spc="0" normalizeH="0" noProof="0" dirty="0" err="1">
              <a:ln/>
              <a:effectLst/>
              <a:uLnTx/>
              <a:uFillTx/>
              <a:latin typeface="Book Antiqua" pitchFamily="18" charset="0"/>
              <a:ea typeface="+mj-ea"/>
              <a:cs typeface="+mj-cs"/>
            </a:rPr>
            <a:t>evanggelion</a:t>
          </a:r>
          <a:r>
            <a:rPr kumimoji="0" lang="pt-BR" sz="1800" b="0" i="0" u="none" strike="noStrike" kern="1200" cap="none" spc="0" normalizeH="0" noProof="0" dirty="0">
              <a:ln/>
              <a:effectLst/>
              <a:uLnTx/>
              <a:uFillTx/>
              <a:latin typeface="Book Antiqua" pitchFamily="18" charset="0"/>
              <a:ea typeface="+mj-ea"/>
              <a:cs typeface="+mj-cs"/>
            </a:rPr>
            <a:t> e significa “</a:t>
          </a:r>
          <a:r>
            <a:rPr kumimoji="0" lang="pt-BR" sz="1800" b="0" i="1" u="none" strike="noStrike" kern="1200" cap="none" spc="0" normalizeH="0" noProof="0" dirty="0">
              <a:ln/>
              <a:effectLst/>
              <a:uLnTx/>
              <a:uFillTx/>
              <a:latin typeface="Book Antiqua" pitchFamily="18" charset="0"/>
              <a:ea typeface="+mj-ea"/>
              <a:cs typeface="+mj-cs"/>
            </a:rPr>
            <a:t>boas novas</a:t>
          </a:r>
          <a:r>
            <a:rPr kumimoji="0" lang="pt-BR" sz="1800" b="0" i="0" u="none" strike="noStrike" kern="1200" cap="none" spc="0" normalizeH="0" noProof="0" dirty="0">
              <a:ln/>
              <a:effectLst/>
              <a:uLnTx/>
              <a:uFillTx/>
              <a:latin typeface="Book Antiqua" pitchFamily="18" charset="0"/>
              <a:ea typeface="+mj-ea"/>
              <a:cs typeface="+mj-cs"/>
            </a:rPr>
            <a:t>”</a:t>
          </a:r>
          <a:endParaRPr lang="pt-BR" sz="1800" kern="1200" dirty="0">
            <a:latin typeface="Book Antiqua" pitchFamily="18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pt-BR" sz="2000" kern="1200" dirty="0"/>
        </a:p>
      </dsp:txBody>
      <dsp:txXfrm>
        <a:off x="0" y="715371"/>
        <a:ext cx="7239008" cy="899932"/>
      </dsp:txXfrm>
    </dsp:sp>
    <dsp:sp modelId="{2C73943B-BC8B-46E0-9053-8628FEC0D900}">
      <dsp:nvSpPr>
        <dsp:cNvPr id="0" name=""/>
        <dsp:cNvSpPr/>
      </dsp:nvSpPr>
      <dsp:spPr>
        <a:xfrm>
          <a:off x="0" y="1615303"/>
          <a:ext cx="7239008" cy="6926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ea typeface="+mj-ea"/>
              <a:cs typeface="+mj-cs"/>
            </a:rPr>
            <a:t>b. Os evangelhos</a:t>
          </a:r>
          <a:endParaRPr lang="pt-BR" sz="2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3812" y="1649115"/>
        <a:ext cx="7171384" cy="625016"/>
      </dsp:txXfrm>
    </dsp:sp>
    <dsp:sp modelId="{D668532F-C960-4D23-8F22-AB0B5D6989AA}">
      <dsp:nvSpPr>
        <dsp:cNvPr id="0" name=""/>
        <dsp:cNvSpPr/>
      </dsp:nvSpPr>
      <dsp:spPr>
        <a:xfrm>
          <a:off x="0" y="2307943"/>
          <a:ext cx="7239008" cy="1148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839" tIns="22860" rIns="128016" bIns="22860" numCol="1" spcCol="1270" anchor="t" anchorCtr="0">
          <a:noAutofit/>
        </a:bodyPr>
        <a:lstStyle/>
        <a:p>
          <a:pPr marL="171450" lvl="1" indent="-171450" algn="just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kern="1200" dirty="0">
              <a:latin typeface="Book Antiqua" pitchFamily="18" charset="0"/>
              <a:ea typeface="+mj-ea"/>
              <a:cs typeface="+mj-cs"/>
            </a:rPr>
            <a:t>O evangelho é um gênero literário que possui biografia, possui narrativas, mas com um propósito teológico, ensinar sobre a pessoa e a obra de Cristo</a:t>
          </a:r>
          <a:endParaRPr lang="pt-BR" sz="1800" kern="1200" dirty="0">
            <a:latin typeface="Book Antiqua" pitchFamily="18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pt-BR" sz="2000" kern="1200" dirty="0"/>
        </a:p>
      </dsp:txBody>
      <dsp:txXfrm>
        <a:off x="0" y="2307943"/>
        <a:ext cx="7239008" cy="1148850"/>
      </dsp:txXfrm>
    </dsp:sp>
    <dsp:sp modelId="{3B9F0CB0-4892-4D67-A8D6-9EB2B3D3C2C4}">
      <dsp:nvSpPr>
        <dsp:cNvPr id="0" name=""/>
        <dsp:cNvSpPr/>
      </dsp:nvSpPr>
      <dsp:spPr>
        <a:xfrm>
          <a:off x="0" y="3456793"/>
          <a:ext cx="7239008" cy="6926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ea typeface="+mj-ea"/>
              <a:cs typeface="+mj-cs"/>
            </a:rPr>
            <a:t>c. Os evangelistas</a:t>
          </a:r>
          <a:endParaRPr lang="pt-BR" sz="2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3812" y="3490605"/>
        <a:ext cx="7171384" cy="625016"/>
      </dsp:txXfrm>
    </dsp:sp>
    <dsp:sp modelId="{88B050FE-0EE1-4679-9BB6-911D683510E7}">
      <dsp:nvSpPr>
        <dsp:cNvPr id="0" name=""/>
        <dsp:cNvSpPr/>
      </dsp:nvSpPr>
      <dsp:spPr>
        <a:xfrm>
          <a:off x="0" y="4149434"/>
          <a:ext cx="7239008" cy="899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839" tIns="22860" rIns="128016" bIns="22860" numCol="1" spcCol="1270" anchor="t" anchorCtr="0">
          <a:noAutofit/>
        </a:bodyPr>
        <a:lstStyle/>
        <a:p>
          <a:pPr marL="171450" lvl="1" indent="-171450" algn="just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kern="1200" dirty="0">
              <a:latin typeface="Book Antiqua" pitchFamily="18" charset="0"/>
              <a:ea typeface="+mj-ea"/>
              <a:cs typeface="+mj-cs"/>
            </a:rPr>
            <a:t>O autor de um evangelho é chamado de evangelista, que significa proclamador de boas novas; nesse caso de forma escrita</a:t>
          </a:r>
          <a:endParaRPr lang="pt-BR" sz="1800" kern="1200" dirty="0">
            <a:latin typeface="Book Antiqua" pitchFamily="18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pt-BR" sz="2000" kern="1200" dirty="0"/>
        </a:p>
      </dsp:txBody>
      <dsp:txXfrm>
        <a:off x="0" y="4149434"/>
        <a:ext cx="7239008" cy="8999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2800F9-ED60-49EB-A47E-3A0BE4519031}">
      <dsp:nvSpPr>
        <dsp:cNvPr id="0" name=""/>
        <dsp:cNvSpPr/>
      </dsp:nvSpPr>
      <dsp:spPr>
        <a:xfrm>
          <a:off x="1415853" y="1262137"/>
          <a:ext cx="1883200" cy="18832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u="sng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Marcos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Contém </a:t>
          </a:r>
          <a:r>
            <a:rPr lang="pt-BR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661</a:t>
          </a:r>
          <a:r>
            <a:rPr lang="pt-BR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 </a:t>
          </a:r>
          <a:r>
            <a:rPr lang="pt-BR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versículos </a:t>
          </a:r>
          <a:endParaRPr lang="pt-BR" sz="2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gency FB" pitchFamily="34" charset="0"/>
          </a:endParaRPr>
        </a:p>
      </dsp:txBody>
      <dsp:txXfrm>
        <a:off x="1691641" y="1537925"/>
        <a:ext cx="1331624" cy="1331624"/>
      </dsp:txXfrm>
    </dsp:sp>
    <dsp:sp modelId="{AF8566D8-1A10-4CB3-870E-54DAF7E9FC8F}">
      <dsp:nvSpPr>
        <dsp:cNvPr id="0" name=""/>
        <dsp:cNvSpPr/>
      </dsp:nvSpPr>
      <dsp:spPr>
        <a:xfrm rot="3600000">
          <a:off x="2806959" y="3098915"/>
          <a:ext cx="501602" cy="6355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700" kern="1200"/>
        </a:p>
      </dsp:txBody>
      <dsp:txXfrm>
        <a:off x="2844579" y="3160871"/>
        <a:ext cx="351121" cy="381348"/>
      </dsp:txXfrm>
    </dsp:sp>
    <dsp:sp modelId="{5D6E9A55-5817-4DC6-8D55-0D291BC5D6B4}">
      <dsp:nvSpPr>
        <dsp:cNvPr id="0" name=""/>
        <dsp:cNvSpPr/>
      </dsp:nvSpPr>
      <dsp:spPr>
        <a:xfrm>
          <a:off x="2830664" y="3712661"/>
          <a:ext cx="1883200" cy="1883200"/>
        </a:xfrm>
        <a:prstGeom prst="ellips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u="sng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Mateus</a:t>
          </a:r>
          <a:r>
            <a:rPr lang="pt-BR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Contém </a:t>
          </a:r>
          <a:r>
            <a:rPr lang="pt-BR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1068</a:t>
          </a:r>
          <a:r>
            <a:rPr lang="pt-BR" sz="2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 </a:t>
          </a:r>
          <a:r>
            <a:rPr lang="pt-BR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versículos</a:t>
          </a:r>
          <a:endParaRPr lang="pt-BR" sz="2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gency FB" pitchFamily="34" charset="0"/>
          </a:endParaRPr>
        </a:p>
      </dsp:txBody>
      <dsp:txXfrm>
        <a:off x="3106452" y="3988449"/>
        <a:ext cx="1331624" cy="1331624"/>
      </dsp:txXfrm>
    </dsp:sp>
    <dsp:sp modelId="{76C17B85-E393-4204-A7CE-48D9BDB023DB}">
      <dsp:nvSpPr>
        <dsp:cNvPr id="0" name=""/>
        <dsp:cNvSpPr/>
      </dsp:nvSpPr>
      <dsp:spPr>
        <a:xfrm rot="10800000">
          <a:off x="2120848" y="4336471"/>
          <a:ext cx="501602" cy="6355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700" kern="1200"/>
        </a:p>
      </dsp:txBody>
      <dsp:txXfrm rot="10800000">
        <a:off x="2271329" y="4463587"/>
        <a:ext cx="351121" cy="381348"/>
      </dsp:txXfrm>
    </dsp:sp>
    <dsp:sp modelId="{FB957108-5338-4941-A14D-AD5EFF68A3E9}">
      <dsp:nvSpPr>
        <dsp:cNvPr id="0" name=""/>
        <dsp:cNvSpPr/>
      </dsp:nvSpPr>
      <dsp:spPr>
        <a:xfrm>
          <a:off x="1043" y="3712661"/>
          <a:ext cx="1883200" cy="1883200"/>
        </a:xfrm>
        <a:prstGeom prst="ellips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u="sng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Lucas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Contém </a:t>
          </a:r>
          <a:r>
            <a:rPr lang="pt-BR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1149</a:t>
          </a:r>
          <a:r>
            <a:rPr lang="pt-BR" sz="2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 </a:t>
          </a:r>
          <a:r>
            <a:rPr lang="pt-BR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rPr>
            <a:t>versículos</a:t>
          </a:r>
          <a:endParaRPr lang="pt-BR" sz="2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gency FB" pitchFamily="34" charset="0"/>
          </a:endParaRPr>
        </a:p>
      </dsp:txBody>
      <dsp:txXfrm>
        <a:off x="276831" y="3988449"/>
        <a:ext cx="1331624" cy="1331624"/>
      </dsp:txXfrm>
    </dsp:sp>
    <dsp:sp modelId="{67101BC9-EE72-4B41-A050-A36E2432BEE0}">
      <dsp:nvSpPr>
        <dsp:cNvPr id="0" name=""/>
        <dsp:cNvSpPr/>
      </dsp:nvSpPr>
      <dsp:spPr>
        <a:xfrm rot="18000000">
          <a:off x="1392149" y="3123504"/>
          <a:ext cx="501602" cy="6355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700" kern="1200"/>
        </a:p>
      </dsp:txBody>
      <dsp:txXfrm>
        <a:off x="1429769" y="3315780"/>
        <a:ext cx="351121" cy="3813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AC0D0-C7A4-4C68-8583-DBE2DEB30EC8}">
      <dsp:nvSpPr>
        <dsp:cNvPr id="0" name=""/>
        <dsp:cNvSpPr/>
      </dsp:nvSpPr>
      <dsp:spPr>
        <a:xfrm>
          <a:off x="422236" y="1138210"/>
          <a:ext cx="3960495" cy="3960495"/>
        </a:xfrm>
        <a:prstGeom prst="pie">
          <a:avLst>
            <a:gd name="adj1" fmla="val 16200000"/>
            <a:gd name="adj2" fmla="val 180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40000"/>
              </a:schemeClr>
              <a:schemeClr val="accent2">
                <a:hueOff val="0"/>
                <a:satOff val="0"/>
                <a:lumOff val="0"/>
                <a:alphaOff val="0"/>
                <a:tint val="42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95000" algn="tl" rotWithShape="0">
            <a:srgbClr val="000000">
              <a:alpha val="50000"/>
            </a:srgbClr>
          </a:outerShdw>
        </a:effectLst>
        <a:scene3d>
          <a:camera prst="orthographicFront"/>
          <a:lightRig rig="soft" dir="t">
            <a:rot lat="0" lon="0" rev="18000000"/>
          </a:lightRig>
        </a:scene3d>
        <a:sp3d prstMaterial="dkEdge">
          <a:bevelT w="73660" h="4445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Cerca de </a:t>
          </a:r>
          <a:r>
            <a:rPr lang="pt-BR" sz="1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300 </a:t>
          </a: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versículos são </a:t>
          </a:r>
          <a:r>
            <a:rPr lang="pt-BR" sz="1400" i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exclusivos</a:t>
          </a: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de Mateus </a:t>
          </a:r>
        </a:p>
      </dsp:txBody>
      <dsp:txXfrm>
        <a:off x="2575519" y="1869016"/>
        <a:ext cx="1343739" cy="1320165"/>
      </dsp:txXfrm>
    </dsp:sp>
    <dsp:sp modelId="{A6DD0281-67BA-4A0E-A133-FC6084259AD2}">
      <dsp:nvSpPr>
        <dsp:cNvPr id="0" name=""/>
        <dsp:cNvSpPr/>
      </dsp:nvSpPr>
      <dsp:spPr>
        <a:xfrm>
          <a:off x="281489" y="1278934"/>
          <a:ext cx="3960495" cy="3960495"/>
        </a:xfrm>
        <a:prstGeom prst="pie">
          <a:avLst>
            <a:gd name="adj1" fmla="val 1800000"/>
            <a:gd name="adj2" fmla="val 9000000"/>
          </a:avLst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40000"/>
              </a:schemeClr>
              <a:schemeClr val="accent3">
                <a:hueOff val="0"/>
                <a:satOff val="0"/>
                <a:lumOff val="0"/>
                <a:alphaOff val="0"/>
                <a:tint val="42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95000" algn="tl" rotWithShape="0">
            <a:srgbClr val="000000">
              <a:alpha val="50000"/>
            </a:srgbClr>
          </a:outerShdw>
        </a:effectLst>
        <a:scene3d>
          <a:camera prst="orthographicFront"/>
          <a:lightRig rig="soft" dir="t">
            <a:rot lat="0" lon="0" rev="18000000"/>
          </a:lightRig>
        </a:scene3d>
        <a:sp3d prstMaterial="dkEdge">
          <a:bevelT w="73660" h="4445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Cerca de </a:t>
          </a:r>
          <a:r>
            <a:rPr lang="pt-BR" sz="1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250 </a:t>
          </a: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versículo são </a:t>
          </a:r>
          <a:r>
            <a:rPr lang="pt-BR" sz="1400" i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compartilhado</a:t>
          </a: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por Mateus e Lucas, mas, não existem em Marcos</a:t>
          </a:r>
        </a:p>
      </dsp:txBody>
      <dsp:txXfrm>
        <a:off x="1365910" y="3777819"/>
        <a:ext cx="1791652" cy="1225867"/>
      </dsp:txXfrm>
    </dsp:sp>
    <dsp:sp modelId="{BA514CEA-8D48-4417-BB1B-4C692DC9A4ED}">
      <dsp:nvSpPr>
        <dsp:cNvPr id="0" name=""/>
        <dsp:cNvSpPr/>
      </dsp:nvSpPr>
      <dsp:spPr>
        <a:xfrm>
          <a:off x="275113" y="1257667"/>
          <a:ext cx="3960495" cy="3960495"/>
        </a:xfrm>
        <a:prstGeom prst="pie">
          <a:avLst>
            <a:gd name="adj1" fmla="val 9000000"/>
            <a:gd name="adj2" fmla="val 16200000"/>
          </a:avLst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40000"/>
              </a:schemeClr>
              <a:schemeClr val="accent4">
                <a:hueOff val="0"/>
                <a:satOff val="0"/>
                <a:lumOff val="0"/>
                <a:alphaOff val="0"/>
                <a:tint val="42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95000" algn="tl" rotWithShape="0">
            <a:srgbClr val="000000">
              <a:alpha val="50000"/>
            </a:srgbClr>
          </a:outerShdw>
        </a:effectLst>
        <a:scene3d>
          <a:camera prst="orthographicFront"/>
          <a:lightRig rig="soft" dir="t">
            <a:rot lat="0" lon="0" rev="18000000"/>
          </a:lightRig>
        </a:scene3d>
        <a:sp3d prstMaterial="dkEdge">
          <a:bevelT w="73660" h="4445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Mateus </a:t>
          </a:r>
          <a:r>
            <a:rPr lang="pt-BR" sz="1400" i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reproduz </a:t>
          </a: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cerca de </a:t>
          </a:r>
          <a:r>
            <a:rPr lang="pt-BR" sz="1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500 </a:t>
          </a: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versículos semelhantes       a Marcos* </a:t>
          </a:r>
        </a:p>
      </dsp:txBody>
      <dsp:txXfrm>
        <a:off x="699451" y="2035621"/>
        <a:ext cx="1343739" cy="13201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AC0D0-C7A4-4C68-8583-DBE2DEB30EC8}">
      <dsp:nvSpPr>
        <dsp:cNvPr id="0" name=""/>
        <dsp:cNvSpPr/>
      </dsp:nvSpPr>
      <dsp:spPr>
        <a:xfrm>
          <a:off x="422238" y="1173916"/>
          <a:ext cx="3960522" cy="3960522"/>
        </a:xfrm>
        <a:prstGeom prst="pie">
          <a:avLst>
            <a:gd name="adj1" fmla="val 16200000"/>
            <a:gd name="adj2" fmla="val 180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40000"/>
              </a:schemeClr>
              <a:schemeClr val="accent2">
                <a:hueOff val="0"/>
                <a:satOff val="0"/>
                <a:lumOff val="0"/>
                <a:alphaOff val="0"/>
                <a:tint val="42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95000" algn="tl" rotWithShape="0">
            <a:srgbClr val="000000">
              <a:alpha val="50000"/>
            </a:srgbClr>
          </a:outerShdw>
        </a:effectLst>
        <a:scene3d>
          <a:camera prst="orthographicFront"/>
          <a:lightRig rig="soft" dir="t">
            <a:rot lat="0" lon="0" rev="18000000"/>
          </a:lightRig>
        </a:scene3d>
        <a:sp3d prstMaterial="dkEdge">
          <a:bevelT w="73660" h="4445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Cerca de </a:t>
          </a:r>
          <a:r>
            <a:rPr lang="pt-BR" sz="1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580 </a:t>
          </a: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versículos são </a:t>
          </a:r>
          <a:r>
            <a:rPr lang="pt-BR" sz="1400" i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exclusivos</a:t>
          </a: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de Lucas </a:t>
          </a:r>
        </a:p>
      </dsp:txBody>
      <dsp:txXfrm>
        <a:off x="2575537" y="1904726"/>
        <a:ext cx="1343748" cy="1320174"/>
      </dsp:txXfrm>
    </dsp:sp>
    <dsp:sp modelId="{A6DD0281-67BA-4A0E-A133-FC6084259AD2}">
      <dsp:nvSpPr>
        <dsp:cNvPr id="0" name=""/>
        <dsp:cNvSpPr/>
      </dsp:nvSpPr>
      <dsp:spPr>
        <a:xfrm>
          <a:off x="281491" y="1314640"/>
          <a:ext cx="3960522" cy="3960522"/>
        </a:xfrm>
        <a:prstGeom prst="pie">
          <a:avLst>
            <a:gd name="adj1" fmla="val 1800000"/>
            <a:gd name="adj2" fmla="val 9000000"/>
          </a:avLst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40000"/>
              </a:schemeClr>
              <a:schemeClr val="accent3">
                <a:hueOff val="0"/>
                <a:satOff val="0"/>
                <a:lumOff val="0"/>
                <a:alphaOff val="0"/>
                <a:tint val="42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95000" algn="tl" rotWithShape="0">
            <a:srgbClr val="000000">
              <a:alpha val="50000"/>
            </a:srgbClr>
          </a:outerShdw>
        </a:effectLst>
        <a:scene3d>
          <a:camera prst="orthographicFront"/>
          <a:lightRig rig="soft" dir="t">
            <a:rot lat="0" lon="0" rev="18000000"/>
          </a:lightRig>
        </a:scene3d>
        <a:sp3d prstMaterial="dkEdge">
          <a:bevelT w="73660" h="4445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Cerca de </a:t>
          </a:r>
          <a:r>
            <a:rPr lang="pt-BR" sz="1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250 </a:t>
          </a: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versículo são </a:t>
          </a:r>
          <a:r>
            <a:rPr lang="pt-BR" sz="1400" i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compartilhado</a:t>
          </a: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por Mateus e Lucas, mas, não existem em Marcos</a:t>
          </a:r>
        </a:p>
      </dsp:txBody>
      <dsp:txXfrm>
        <a:off x="1365920" y="3813542"/>
        <a:ext cx="1791665" cy="1225876"/>
      </dsp:txXfrm>
    </dsp:sp>
    <dsp:sp modelId="{BA514CEA-8D48-4417-BB1B-4C692DC9A4ED}">
      <dsp:nvSpPr>
        <dsp:cNvPr id="0" name=""/>
        <dsp:cNvSpPr/>
      </dsp:nvSpPr>
      <dsp:spPr>
        <a:xfrm>
          <a:off x="275114" y="1293372"/>
          <a:ext cx="3960522" cy="3960522"/>
        </a:xfrm>
        <a:prstGeom prst="pie">
          <a:avLst>
            <a:gd name="adj1" fmla="val 9000000"/>
            <a:gd name="adj2" fmla="val 16200000"/>
          </a:avLst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40000"/>
              </a:schemeClr>
              <a:schemeClr val="accent4">
                <a:hueOff val="0"/>
                <a:satOff val="0"/>
                <a:lumOff val="0"/>
                <a:alphaOff val="0"/>
                <a:tint val="42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95000" algn="tl" rotWithShape="0">
            <a:srgbClr val="000000">
              <a:alpha val="50000"/>
            </a:srgbClr>
          </a:outerShdw>
        </a:effectLst>
        <a:scene3d>
          <a:camera prst="orthographicFront"/>
          <a:lightRig rig="soft" dir="t">
            <a:rot lat="0" lon="0" rev="18000000"/>
          </a:lightRig>
        </a:scene3d>
        <a:sp3d prstMaterial="dkEdge">
          <a:bevelT w="73660" h="4445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Lucas </a:t>
          </a:r>
          <a:r>
            <a:rPr lang="pt-BR" sz="1400" i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reproduz</a:t>
          </a: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cerca de </a:t>
          </a:r>
          <a:r>
            <a:rPr lang="pt-BR" sz="1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320 </a:t>
          </a:r>
          <a:r>
            <a:rPr lang="pt-BR" sz="1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versículos de Marcos*  </a:t>
          </a:r>
          <a:r>
            <a:rPr lang="pt-BR" sz="1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</a:t>
          </a:r>
          <a:r>
            <a:rPr lang="pt-BR" sz="130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incluindo 24 que Mateus não usou</a:t>
          </a:r>
          <a:r>
            <a:rPr lang="pt-BR" sz="1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</a:t>
          </a:r>
        </a:p>
      </dsp:txBody>
      <dsp:txXfrm>
        <a:off x="699456" y="2071332"/>
        <a:ext cx="1343748" cy="13201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/>
          <a:lstStyle>
            <a:lvl1pPr algn="r">
              <a:defRPr sz="1300"/>
            </a:lvl1pPr>
          </a:lstStyle>
          <a:p>
            <a:fld id="{AD69835E-E365-44A3-A317-0AF5A82C8833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513023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98102" y="9513023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 anchor="b"/>
          <a:lstStyle>
            <a:lvl1pPr algn="r">
              <a:defRPr sz="1300"/>
            </a:lvl1pPr>
          </a:lstStyle>
          <a:p>
            <a:fld id="{48CAA3D6-7F93-4BCD-B22E-77184CDA31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0104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/>
          <a:lstStyle>
            <a:lvl1pPr algn="r">
              <a:defRPr sz="1300"/>
            </a:lvl1pPr>
          </a:lstStyle>
          <a:p>
            <a:fld id="{AFBFAFF8-7477-440D-B130-98BCCDBBA8A0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38213" y="750888"/>
            <a:ext cx="5006975" cy="3756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51" tIns="48276" rIns="96551" bIns="48276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182" y="4757381"/>
            <a:ext cx="5505450" cy="4506992"/>
          </a:xfrm>
          <a:prstGeom prst="rect">
            <a:avLst/>
          </a:prstGeom>
        </p:spPr>
        <p:txBody>
          <a:bodyPr vert="horz" lIns="96551" tIns="48276" rIns="96551" bIns="48276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3023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98102" y="9513023"/>
            <a:ext cx="2982119" cy="500777"/>
          </a:xfrm>
          <a:prstGeom prst="rect">
            <a:avLst/>
          </a:prstGeom>
        </p:spPr>
        <p:txBody>
          <a:bodyPr vert="horz" lIns="96551" tIns="48276" rIns="96551" bIns="48276" rtlCol="0" anchor="b"/>
          <a:lstStyle>
            <a:lvl1pPr algn="r">
              <a:defRPr sz="1300"/>
            </a:lvl1pPr>
          </a:lstStyle>
          <a:p>
            <a:fld id="{2259E5A4-B88C-4408-9B53-7A06DD51652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184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9E5A4-B88C-4408-9B53-7A06DD51652D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9E5A4-B88C-4408-9B53-7A06DD51652D}" type="slidenum">
              <a:rPr lang="pt-BR" smtClean="0"/>
              <a:pPr/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Peculiaridade fala daquilo</a:t>
            </a:r>
            <a:r>
              <a:rPr lang="pt-BR" baseline="0" dirty="0"/>
              <a:t> que é do algo somente daquele autor.</a:t>
            </a:r>
          </a:p>
          <a:p>
            <a:r>
              <a:rPr lang="pt-BR" baseline="0" dirty="0"/>
              <a:t>Concordância fala daquilo que os demais autores concordam entre si nas narrativas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9E5A4-B88C-4408-9B53-7A06DD51652D}" type="slidenum">
              <a:rPr lang="pt-BR" smtClean="0"/>
              <a:pPr/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9E5A4-B88C-4408-9B53-7A06DD51652D}" type="slidenum">
              <a:rPr lang="pt-BR" smtClean="0"/>
              <a:pPr/>
              <a:t>9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Título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cxnSp>
        <p:nvCxnSpPr>
          <p:cNvPr id="8" name="Conector reto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spaço Reservado para Data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16" name="Espaço Reservado para Número de Slide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6" name="Espaço Reservado para Rodapé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7" name="Título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cxnSp>
        <p:nvCxnSpPr>
          <p:cNvPr id="7" name="Conector reto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32" name="Espaço Reservado para Conteúdo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34" name="Espaço Reservado para Conteúdo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spaço Reservado para Conteúdo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31" name="Título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no ícone para adicionar uma imagem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24" name="Espaço Reservado para Data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ítulo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DAEEF-DB9B-4BCF-94FC-8DC4B14F793F}" type="datetimeFigureOut">
              <a:rPr lang="pt-BR" smtClean="0"/>
              <a:pPr/>
              <a:t>19/05/2021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EAF47-2220-40E5-BC22-F28E29AE2A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evangelh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48" y="428604"/>
            <a:ext cx="4857752" cy="5929354"/>
          </a:xfrm>
          <a:prstGeom prst="rect">
            <a:avLst/>
          </a:prstGeom>
        </p:spPr>
      </p:pic>
      <p:pic>
        <p:nvPicPr>
          <p:cNvPr id="6" name="Imagem 5" descr="evangelho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8604"/>
            <a:ext cx="4286216" cy="3071834"/>
          </a:xfrm>
          <a:prstGeom prst="rect">
            <a:avLst/>
          </a:prstGeom>
        </p:spPr>
      </p:pic>
      <p:pic>
        <p:nvPicPr>
          <p:cNvPr id="7" name="Imagem 6" descr="evangelho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42" y="3857629"/>
            <a:ext cx="3037563" cy="2214578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0" y="0"/>
            <a:ext cx="9144000" cy="50004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mic Sans MS" pitchFamily="66" charset="0"/>
            </a:endParaRPr>
          </a:p>
        </p:txBody>
      </p:sp>
      <p:sp>
        <p:nvSpPr>
          <p:cNvPr id="10" name="Título 1"/>
          <p:cNvSpPr txBox="1">
            <a:spLocks/>
          </p:cNvSpPr>
          <p:nvPr/>
        </p:nvSpPr>
        <p:spPr>
          <a:xfrm>
            <a:off x="0" y="6357958"/>
            <a:ext cx="9144000" cy="50004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285728"/>
            <a:ext cx="4786314" cy="7858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mic Sans MS" pitchFamily="66" charset="0"/>
              </a:rPr>
              <a:t>Introdução aos</a:t>
            </a:r>
            <a:r>
              <a:rPr kumimoji="0" lang="pt-BR" sz="3200" b="0" i="0" u="none" strike="noStrike" kern="1200" cap="none" spc="0" normalizeH="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mic Sans MS" pitchFamily="66" charset="0"/>
              </a:rPr>
              <a:t> Evangelhos 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mic Sans MS" pitchFamily="66" charset="0"/>
            </a:endParaRPr>
          </a:p>
        </p:txBody>
      </p:sp>
      <p:graphicFrame>
        <p:nvGraphicFramePr>
          <p:cNvPr id="9" name="Diagrama 8"/>
          <p:cNvGraphicFramePr/>
          <p:nvPr/>
        </p:nvGraphicFramePr>
        <p:xfrm>
          <a:off x="857224" y="1571612"/>
          <a:ext cx="7239008" cy="5072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evangelh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984" y="2699212"/>
            <a:ext cx="3389733" cy="2658614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0" y="285728"/>
            <a:ext cx="4786314" cy="7858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mic Sans MS" pitchFamily="66" charset="0"/>
              </a:rPr>
              <a:t>Introdução aos</a:t>
            </a:r>
            <a:r>
              <a:rPr kumimoji="0" lang="pt-BR" sz="3200" b="0" i="0" u="none" strike="noStrike" kern="1200" cap="none" spc="0" normalizeH="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mic Sans MS" pitchFamily="66" charset="0"/>
              </a:rPr>
              <a:t> Evangelhos 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mic Sans MS" pitchFamily="66" charset="0"/>
            </a:endParaRPr>
          </a:p>
        </p:txBody>
      </p:sp>
      <p:sp>
        <p:nvSpPr>
          <p:cNvPr id="10" name="Título 1"/>
          <p:cNvSpPr txBox="1">
            <a:spLocks/>
          </p:cNvSpPr>
          <p:nvPr/>
        </p:nvSpPr>
        <p:spPr>
          <a:xfrm>
            <a:off x="285720" y="2000240"/>
            <a:ext cx="4643470" cy="2286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0000" lnSpcReduction="10000"/>
          </a:bodyPr>
          <a:lstStyle/>
          <a:p>
            <a:pPr marL="268288" marR="0" lvl="0" indent="-268288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v"/>
              <a:tabLst/>
              <a:defRPr/>
            </a:pPr>
            <a:r>
              <a:rPr lang="pt-BR" sz="2200" b="1" dirty="0">
                <a:solidFill>
                  <a:schemeClr val="tx1"/>
                </a:solidFill>
                <a:latin typeface="Book Antiqua" pitchFamily="18" charset="0"/>
              </a:rPr>
              <a:t>Porque quatro evangelhos?</a:t>
            </a:r>
            <a:endParaRPr kumimoji="0" lang="pt-BR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Book Antiqua" pitchFamily="18" charset="0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Book Antiqua" pitchFamily="18" charset="0"/>
            </a:endParaRPr>
          </a:p>
          <a:p>
            <a:pPr algn="just"/>
            <a:r>
              <a:rPr lang="pt-BR" sz="2000" dirty="0"/>
              <a:t>Cada evangelista têm seu </a:t>
            </a: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público alvo </a:t>
            </a:r>
            <a:r>
              <a:rPr lang="pt-BR" sz="2000" dirty="0"/>
              <a:t>específico e seu </a:t>
            </a: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000" dirty="0"/>
              <a:t>próprio ao escrever a sua obra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fato de haver quatro evangelhos nos dá uma ampla visão sobre a pessoa e a obra de Cristo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357158" y="4500570"/>
            <a:ext cx="4643470" cy="1857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90000" lnSpcReduction="10000"/>
          </a:bodyPr>
          <a:lstStyle/>
          <a:p>
            <a:pPr marL="268288" marR="0" lvl="0" indent="-268288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v"/>
              <a:tabLst/>
              <a:defRPr/>
            </a:pPr>
            <a:r>
              <a:rPr lang="pt-BR" sz="2200" b="1" dirty="0">
                <a:solidFill>
                  <a:schemeClr val="tx1"/>
                </a:solidFill>
                <a:latin typeface="Book Antiqua" pitchFamily="18" charset="0"/>
              </a:rPr>
              <a:t>Inspiração dos evangelhos</a:t>
            </a:r>
            <a:endParaRPr kumimoji="0" lang="pt-BR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Book Antiqua" pitchFamily="18" charset="0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Book Antiqua" pitchFamily="18" charset="0"/>
            </a:endParaRPr>
          </a:p>
          <a:p>
            <a:pPr algn="just"/>
            <a:r>
              <a:rPr lang="pt-BR" sz="2000" dirty="0"/>
              <a:t>Os evangelhos foram escritos por homens inspirados pelo Espírito Santo, e que, portanto, são narrativas absolutamente dignas de confiança e genuínas a respeito da vida de nosso Senhor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Conteúdo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86268" y="1183816"/>
            <a:ext cx="4998984" cy="5388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357158" y="2714620"/>
            <a:ext cx="2643206" cy="1857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Bernard MT Condensed" pitchFamily="18" charset="0"/>
              </a:rPr>
              <a:t>Palestina nos tempos de Jesus</a:t>
            </a:r>
          </a:p>
        </p:txBody>
      </p:sp>
      <p:cxnSp>
        <p:nvCxnSpPr>
          <p:cNvPr id="15" name="Conector reto 14"/>
          <p:cNvCxnSpPr/>
          <p:nvPr/>
        </p:nvCxnSpPr>
        <p:spPr>
          <a:xfrm rot="5400000">
            <a:off x="1858150" y="3856834"/>
            <a:ext cx="2714644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ítulo 1"/>
          <p:cNvSpPr txBox="1">
            <a:spLocks/>
          </p:cNvSpPr>
          <p:nvPr/>
        </p:nvSpPr>
        <p:spPr>
          <a:xfrm>
            <a:off x="0" y="285728"/>
            <a:ext cx="4786314" cy="7858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mic Sans MS" pitchFamily="66" charset="0"/>
              </a:rPr>
              <a:t>Introdução aos</a:t>
            </a:r>
            <a:r>
              <a:rPr kumimoji="0" lang="pt-BR" sz="3200" b="0" i="0" u="none" strike="noStrike" kern="1200" cap="none" spc="0" normalizeH="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mic Sans MS" pitchFamily="66" charset="0"/>
              </a:rPr>
              <a:t> Evangelhos 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Conteúdo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12671" y="1183816"/>
            <a:ext cx="4927153" cy="5388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357158" y="2714620"/>
            <a:ext cx="2643206" cy="1857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Bernard MT Condensed" pitchFamily="18" charset="0"/>
              </a:rPr>
              <a:t>Palestina nos tempos de Jesus</a:t>
            </a:r>
          </a:p>
        </p:txBody>
      </p:sp>
      <p:cxnSp>
        <p:nvCxnSpPr>
          <p:cNvPr id="15" name="Conector reto 14"/>
          <p:cNvCxnSpPr/>
          <p:nvPr/>
        </p:nvCxnSpPr>
        <p:spPr>
          <a:xfrm rot="5400000">
            <a:off x="1858150" y="3856834"/>
            <a:ext cx="2714644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ítulo 1"/>
          <p:cNvSpPr txBox="1">
            <a:spLocks/>
          </p:cNvSpPr>
          <p:nvPr/>
        </p:nvSpPr>
        <p:spPr>
          <a:xfrm>
            <a:off x="0" y="285728"/>
            <a:ext cx="4786314" cy="7858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mic Sans MS" pitchFamily="66" charset="0"/>
              </a:rPr>
              <a:t>Introdução aos</a:t>
            </a:r>
            <a:r>
              <a:rPr kumimoji="0" lang="pt-BR" sz="3200" b="0" i="0" u="none" strike="noStrike" kern="1200" cap="none" spc="0" normalizeH="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mic Sans MS" pitchFamily="66" charset="0"/>
              </a:rPr>
              <a:t> Evangelhos 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13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Conteúdo 9" descr="duvida1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" y="2071678"/>
            <a:ext cx="9144000" cy="47863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Retângulo 11"/>
          <p:cNvSpPr/>
          <p:nvPr/>
        </p:nvSpPr>
        <p:spPr>
          <a:xfrm>
            <a:off x="357158" y="642918"/>
            <a:ext cx="842968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600" b="1" dirty="0">
                <a:solidFill>
                  <a:srgbClr val="FFFF00"/>
                </a:solidFill>
              </a:rPr>
              <a:t>O Problema Sinótico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papiro3.jpg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28728" y="785794"/>
            <a:ext cx="6072230" cy="1928826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28728" y="3214686"/>
            <a:ext cx="6072230" cy="2500330"/>
          </a:xfrm>
          <a:ln w="38100" cmpd="tri">
            <a:solidFill>
              <a:schemeClr val="tx1"/>
            </a:solidFill>
            <a:prstDash val="sysDot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buClr>
                <a:schemeClr val="tx1"/>
              </a:buClr>
              <a:buNone/>
            </a:pPr>
            <a:endParaRPr lang="pt-BR" sz="1000" dirty="0"/>
          </a:p>
          <a:p>
            <a:pPr>
              <a:buClr>
                <a:schemeClr val="tx1"/>
              </a:buClr>
              <a:buNone/>
            </a:pPr>
            <a:endParaRPr lang="pt-BR" sz="100" dirty="0"/>
          </a:p>
          <a:p>
            <a:pPr marL="803275" indent="-346075">
              <a:buClr>
                <a:schemeClr val="tx1"/>
              </a:buClr>
            </a:pPr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Denomina-se de evangelhos sinóticos os três primeiros evangelhos</a:t>
            </a:r>
          </a:p>
          <a:p>
            <a:pPr marL="803275" indent="-346075">
              <a:buClr>
                <a:schemeClr val="tx1"/>
              </a:buClr>
            </a:pPr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A palavra sinótico significa “visão conjunta”</a:t>
            </a:r>
          </a:p>
          <a:p>
            <a:pPr marL="803275" indent="-346075">
              <a:buClr>
                <a:schemeClr val="tx1"/>
              </a:buClr>
            </a:pPr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Sinóticos = Peculiaridade X  Concordância </a:t>
            </a:r>
          </a:p>
          <a:p>
            <a:pPr marL="630238" indent="-268288"/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a 4"/>
          <p:cNvGraphicFramePr/>
          <p:nvPr/>
        </p:nvGraphicFramePr>
        <p:xfrm>
          <a:off x="2071670" y="0"/>
          <a:ext cx="4714908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Retângulo 11"/>
          <p:cNvSpPr/>
          <p:nvPr/>
        </p:nvSpPr>
        <p:spPr>
          <a:xfrm>
            <a:off x="1571604" y="357166"/>
            <a:ext cx="6072230" cy="58477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Os Evangelhos sinóticos 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a 12"/>
          <p:cNvGraphicFramePr/>
          <p:nvPr/>
        </p:nvGraphicFramePr>
        <p:xfrm>
          <a:off x="0" y="0"/>
          <a:ext cx="4714876" cy="6357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tângulo 2"/>
          <p:cNvSpPr/>
          <p:nvPr/>
        </p:nvSpPr>
        <p:spPr>
          <a:xfrm>
            <a:off x="500034" y="285728"/>
            <a:ext cx="37147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pt-BR" sz="2400" b="1" u="sng" dirty="0"/>
              <a:t>Mateus</a:t>
            </a:r>
            <a:endParaRPr lang="pt-BR" b="1" u="sng" dirty="0"/>
          </a:p>
        </p:txBody>
      </p:sp>
      <p:graphicFrame>
        <p:nvGraphicFramePr>
          <p:cNvPr id="5" name="Diagrama 4"/>
          <p:cNvGraphicFramePr/>
          <p:nvPr/>
        </p:nvGraphicFramePr>
        <p:xfrm>
          <a:off x="4429092" y="0"/>
          <a:ext cx="4714908" cy="6429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" name="Retângulo 5"/>
          <p:cNvSpPr/>
          <p:nvPr/>
        </p:nvSpPr>
        <p:spPr>
          <a:xfrm>
            <a:off x="4857752" y="285728"/>
            <a:ext cx="37147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pt-BR" sz="2400" b="1" u="sng" dirty="0"/>
              <a:t>Lucas</a:t>
            </a:r>
            <a:endParaRPr lang="pt-BR" b="1" u="sng" dirty="0"/>
          </a:p>
        </p:txBody>
      </p:sp>
      <p:sp>
        <p:nvSpPr>
          <p:cNvPr id="7" name="Retângulo 6"/>
          <p:cNvSpPr/>
          <p:nvPr/>
        </p:nvSpPr>
        <p:spPr>
          <a:xfrm>
            <a:off x="357158" y="5572140"/>
            <a:ext cx="842968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pt-BR" sz="1500" dirty="0"/>
              <a:t>*</a:t>
            </a:r>
            <a:r>
              <a:rPr lang="pt-BR" sz="1500" i="1" dirty="0"/>
              <a:t>Dos 661 versículos de Marcos cerca de 15 não estão embutidos em Mateus e Lucas , ou seja, cerca de 94% do conteúdo de Marcos é reproduzido em Mateus e Lucas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214414" y="1857364"/>
          <a:ext cx="6572295" cy="2071701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190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737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rgbClr val="FFFF00"/>
                          </a:solidFill>
                        </a:rPr>
                        <a:t>Evangelho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rgbClr val="FFFF00"/>
                          </a:solidFill>
                        </a:rPr>
                        <a:t>Peculiaridade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rgbClr val="FFFF00"/>
                          </a:solidFill>
                        </a:rPr>
                        <a:t>Coincidências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741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741">
                <a:tc>
                  <a:txBody>
                    <a:bodyPr/>
                    <a:lstStyle/>
                    <a:p>
                      <a:r>
                        <a:rPr lang="pt-BR" b="1" dirty="0"/>
                        <a:t>Marcos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latin typeface="Bookman Old Style" pitchFamily="18" charset="0"/>
                        </a:rP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latin typeface="Bookman Old Style" pitchFamily="18" charset="0"/>
                        </a:rPr>
                        <a:t>93%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741">
                <a:tc>
                  <a:txBody>
                    <a:bodyPr/>
                    <a:lstStyle/>
                    <a:p>
                      <a:r>
                        <a:rPr lang="pt-BR" b="1" dirty="0"/>
                        <a:t>Mateus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latin typeface="Bookman Old Style" pitchFamily="18" charset="0"/>
                        </a:rP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latin typeface="Bookman Old Style" pitchFamily="18" charset="0"/>
                        </a:rPr>
                        <a:t>58%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741">
                <a:tc>
                  <a:txBody>
                    <a:bodyPr/>
                    <a:lstStyle/>
                    <a:p>
                      <a:r>
                        <a:rPr lang="pt-BR" b="1" dirty="0"/>
                        <a:t>Lucas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latin typeface="Bookman Old Style" pitchFamily="18" charset="0"/>
                        </a:rPr>
                        <a:t>59%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latin typeface="Bookman Old Style" pitchFamily="18" charset="0"/>
                        </a:rPr>
                        <a:t>41%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Espaço Reservado para Conteúdo 1"/>
          <p:cNvSpPr>
            <a:spLocks noGrp="1"/>
          </p:cNvSpPr>
          <p:nvPr>
            <p:ph sz="half" idx="1"/>
          </p:nvPr>
        </p:nvSpPr>
        <p:spPr>
          <a:xfrm>
            <a:off x="357158" y="4445508"/>
            <a:ext cx="8286808" cy="1357322"/>
          </a:xfrm>
        </p:spPr>
        <p:txBody>
          <a:bodyPr>
            <a:noAutofit/>
          </a:bodyPr>
          <a:lstStyle/>
          <a:p>
            <a:pPr marL="0" indent="0" algn="ctr">
              <a:buClr>
                <a:schemeClr val="tx1">
                  <a:lumMod val="95000"/>
                </a:schemeClr>
              </a:buClr>
              <a:buNone/>
            </a:pPr>
            <a:r>
              <a:rPr lang="pt-BR" sz="1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O quadro acima não significa que as concordâncias estejam em ordem verbal exata, mas, sim, que as coincidências são tão estreitas, que tanto mostram uma relação quanto uma origem</a:t>
            </a:r>
          </a:p>
          <a:p>
            <a:pPr marL="0" indent="0" algn="ctr">
              <a:buNone/>
            </a:pPr>
            <a:r>
              <a:rPr 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10" name="Retângulo 9"/>
          <p:cNvSpPr/>
          <p:nvPr/>
        </p:nvSpPr>
        <p:spPr>
          <a:xfrm>
            <a:off x="357158" y="6072206"/>
            <a:ext cx="850112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indent="-268288" algn="ctr">
              <a:buClr>
                <a:schemeClr val="tx1">
                  <a:lumMod val="95000"/>
                </a:schemeClr>
              </a:buClr>
              <a:buNone/>
            </a:pP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pt-BR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Estatística extraída do livro Introdução ao Estudo do Novo Testamento de </a:t>
            </a:r>
            <a:r>
              <a:rPr lang="pt-BR" sz="1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Broadus</a:t>
            </a:r>
            <a:r>
              <a:rPr lang="pt-BR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David </a:t>
            </a:r>
            <a:r>
              <a:rPr lang="pt-BR" sz="1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Hale</a:t>
            </a:r>
            <a:r>
              <a:rPr lang="pt-BR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268288" indent="-268288" algn="ctr">
              <a:buClr>
                <a:schemeClr val="tx1">
                  <a:lumMod val="95000"/>
                </a:schemeClr>
              </a:buClr>
              <a:buNone/>
            </a:pPr>
            <a:r>
              <a:rPr lang="pt-BR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O livro Introdução ao Novo Testamento de Louis </a:t>
            </a:r>
            <a:r>
              <a:rPr lang="pt-BR" sz="14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Berkhof</a:t>
            </a:r>
            <a:r>
              <a:rPr lang="pt-BR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apresenta também a mesma tabela</a:t>
            </a:r>
            <a:r>
              <a:rPr lang="pt-BR" sz="1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42910" y="571480"/>
            <a:ext cx="778674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indent="-268288" algn="ctr">
              <a:buClr>
                <a:schemeClr val="tx1">
                  <a:lumMod val="95000"/>
                </a:schemeClr>
              </a:buClr>
              <a:buNone/>
            </a:pPr>
            <a:r>
              <a:rPr lang="pt-BR" sz="2200" b="1" dirty="0"/>
              <a:t>Quadro das peculiaridades e coincidências entre os três evangelhos usando Marcos como uma unidade básica* 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Espaço Reservado para Conteúdo 11"/>
          <p:cNvGraphicFramePr>
            <a:graphicFrameLocks noGrp="1"/>
          </p:cNvGraphicFramePr>
          <p:nvPr>
            <p:ph sz="half" idx="1"/>
          </p:nvPr>
        </p:nvGraphicFramePr>
        <p:xfrm>
          <a:off x="0" y="0"/>
          <a:ext cx="9144000" cy="6797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65">
                <a:tc>
                  <a:txBody>
                    <a:bodyPr/>
                    <a:lstStyle/>
                    <a:p>
                      <a:pPr algn="ctr"/>
                      <a:endParaRPr lang="pt-BR" sz="1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algn="ctr"/>
                      <a:r>
                        <a:rPr lang="pt-BR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Mt</a:t>
                      </a:r>
                      <a:r>
                        <a:rPr lang="pt-B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16.21-23</a:t>
                      </a:r>
                    </a:p>
                    <a:p>
                      <a:pPr algn="ctr"/>
                      <a:endParaRPr lang="pt-BR" sz="1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algn="ctr"/>
                      <a:r>
                        <a:rPr lang="pt-B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Mc 8.31-33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0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algn="ctr"/>
                      <a:r>
                        <a:rPr lang="pt-BR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Lc</a:t>
                      </a:r>
                      <a:r>
                        <a:rPr lang="pt-BR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9.21-22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905">
                <a:tc>
                  <a:txBody>
                    <a:bodyPr/>
                    <a:lstStyle/>
                    <a:p>
                      <a:pPr fontAlgn="base"/>
                      <a:r>
                        <a:rPr kumimoji="0" lang="pt-BR" sz="1700" kern="1200" dirty="0"/>
                        <a:t>21 </a:t>
                      </a:r>
                      <a:r>
                        <a:rPr kumimoji="0" lang="pt-BR" sz="1800" kern="1200" dirty="0"/>
                        <a:t>Desde esse tempo, </a:t>
                      </a:r>
                      <a:r>
                        <a:rPr kumimoji="0" lang="pt-BR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começou</a:t>
                      </a:r>
                      <a:r>
                        <a:rPr kumimoji="0" lang="pt-BR" sz="1800" kern="12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r>
                        <a:rPr kumimoji="0" lang="pt-BR" sz="1800" kern="1200" dirty="0"/>
                        <a:t>Jesus Cristo a mostrar a seus discípulos que lhe </a:t>
                      </a:r>
                      <a:r>
                        <a:rPr kumimoji="0" lang="pt-BR" sz="180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era necessário </a:t>
                      </a:r>
                      <a:r>
                        <a:rPr kumimoji="0" lang="pt-BR" sz="1800" kern="1200" dirty="0"/>
                        <a:t>seguir para Jerusalém </a:t>
                      </a:r>
                      <a:r>
                        <a:rPr kumimoji="0" lang="pt-BR" sz="1800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 sofrer muitas coisas dos anciãos, dos principais sacerdotes e dos escribas, ser morto e ressuscitado no terceiro dia.</a:t>
                      </a:r>
                    </a:p>
                    <a:p>
                      <a:pPr fontAlgn="base"/>
                      <a:r>
                        <a:rPr kumimoji="0" lang="pt-BR" sz="1800" kern="1200" dirty="0"/>
                        <a:t>22 </a:t>
                      </a:r>
                      <a:r>
                        <a:rPr kumimoji="0" lang="pt-BR" sz="1800" kern="1200" dirty="0">
                          <a:solidFill>
                            <a:schemeClr val="bg1"/>
                          </a:solidFill>
                          <a:effectLst/>
                        </a:rPr>
                        <a:t>E</a:t>
                      </a:r>
                      <a:r>
                        <a:rPr kumimoji="0" lang="pt-BR" sz="1800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Pedro, chamando-o à parte, começou a reprová-lo, </a:t>
                      </a:r>
                      <a:r>
                        <a:rPr kumimoji="0" lang="pt-BR" sz="1800" kern="1200" dirty="0"/>
                        <a:t>dizendo: </a:t>
                      </a:r>
                      <a:r>
                        <a:rPr kumimoji="0" lang="pt-BR" sz="1800" b="1" kern="1200" dirty="0"/>
                        <a:t>Tem compaixão de ti, Senhor; isso de modo algum te acontecerá.</a:t>
                      </a:r>
                    </a:p>
                    <a:p>
                      <a:pPr fontAlgn="base"/>
                      <a:r>
                        <a:rPr kumimoji="0" lang="pt-BR" sz="1800" kern="1200" dirty="0"/>
                        <a:t>23 Mas Jesus, voltando-se, disse a Pedro: </a:t>
                      </a:r>
                      <a:r>
                        <a:rPr kumimoji="0" lang="pt-BR" sz="1800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Arreda, Satanás! </a:t>
                      </a:r>
                      <a:r>
                        <a:rPr kumimoji="0" lang="pt-BR" sz="1800" b="1" kern="1200" dirty="0"/>
                        <a:t>Tu és para mim pedra de tropeço, </a:t>
                      </a:r>
                      <a:r>
                        <a:rPr kumimoji="0" lang="pt-BR" sz="1800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porque não cogitas das coisas de Deus, e sim das dos homens.</a:t>
                      </a:r>
                    </a:p>
                    <a:p>
                      <a:endParaRPr lang="pt-BR" dirty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kumimoji="0" lang="pt-BR" kern="1200" dirty="0"/>
                        <a:t>31 Então, </a:t>
                      </a:r>
                      <a:r>
                        <a:rPr kumimoji="0" lang="pt-BR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começou </a:t>
                      </a:r>
                      <a:r>
                        <a:rPr kumimoji="0" lang="pt-BR" kern="1200" dirty="0"/>
                        <a:t>ele a ensinar-lhes que </a:t>
                      </a:r>
                      <a:r>
                        <a:rPr kumimoji="0" lang="pt-BR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era necessário</a:t>
                      </a:r>
                      <a:r>
                        <a:rPr kumimoji="0" lang="pt-BR" kern="1200" dirty="0"/>
                        <a:t> que </a:t>
                      </a:r>
                      <a:r>
                        <a:rPr kumimoji="0" lang="pt-BR" b="1" kern="1200" dirty="0">
                          <a:solidFill>
                            <a:srgbClr val="7030A0"/>
                          </a:solidFill>
                          <a:effectLst/>
                        </a:rPr>
                        <a:t>o Filho do Homem</a:t>
                      </a:r>
                      <a:r>
                        <a:rPr kumimoji="0" lang="pt-BR" kern="1200" dirty="0"/>
                        <a:t> </a:t>
                      </a:r>
                      <a:r>
                        <a:rPr kumimoji="0" lang="pt-BR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sofresse muitas coisas, </a:t>
                      </a:r>
                      <a:r>
                        <a:rPr kumimoji="0" lang="pt-BR" b="1" kern="1200" dirty="0">
                          <a:solidFill>
                            <a:srgbClr val="7030A0"/>
                          </a:solidFill>
                          <a:effectLst/>
                        </a:rPr>
                        <a:t>fosse rejeitado </a:t>
                      </a:r>
                      <a:r>
                        <a:rPr kumimoji="0" lang="pt-BR" kern="1200" dirty="0"/>
                        <a:t>pelos </a:t>
                      </a:r>
                      <a:r>
                        <a:rPr kumimoji="0" lang="pt-BR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anciãos, pelos principais sacerdotes e pelos escribas, fosse morto e que, depois de três dias, ressuscitasse.</a:t>
                      </a:r>
                    </a:p>
                    <a:p>
                      <a:pPr fontAlgn="base"/>
                      <a:r>
                        <a:rPr kumimoji="0" lang="pt-BR" kern="1200" dirty="0"/>
                        <a:t>32 </a:t>
                      </a:r>
                      <a:r>
                        <a:rPr kumimoji="0" lang="pt-BR" b="1" kern="1200" dirty="0"/>
                        <a:t>E isto ele expunha claramente. </a:t>
                      </a:r>
                      <a:r>
                        <a:rPr kumimoji="0" lang="pt-BR" kern="1200" dirty="0"/>
                        <a:t>Mas </a:t>
                      </a:r>
                      <a:r>
                        <a:rPr kumimoji="0" lang="pt-BR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Pedro, chamando-o à parte, começou a reprová-lo.</a:t>
                      </a:r>
                    </a:p>
                    <a:p>
                      <a:pPr fontAlgn="base"/>
                      <a:r>
                        <a:rPr kumimoji="0" lang="pt-BR" kern="1200" dirty="0"/>
                        <a:t>33 Jesus, porém, voltou-se e, </a:t>
                      </a:r>
                      <a:r>
                        <a:rPr kumimoji="0" lang="pt-BR" b="1" kern="1200" dirty="0"/>
                        <a:t>fitando os seus discípulos, </a:t>
                      </a:r>
                      <a:r>
                        <a:rPr kumimoji="0" lang="pt-BR" kern="1200" dirty="0"/>
                        <a:t>repreendeu a Pedro e disse: </a:t>
                      </a:r>
                      <a:r>
                        <a:rPr kumimoji="0" lang="pt-BR" kern="1200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Arreda, Satanás! Porque não cogitas das coisas de Deus, e sim das dos homens.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kumimoji="0" lang="pt-BR" kern="1200" dirty="0"/>
                        <a:t>21 Ele, porém, </a:t>
                      </a:r>
                      <a:r>
                        <a:rPr kumimoji="0" lang="pt-BR" b="1" kern="1200" dirty="0"/>
                        <a:t>advertindo-os, mandou que a ninguém declarassem tal coisa,</a:t>
                      </a:r>
                    </a:p>
                    <a:p>
                      <a:pPr fontAlgn="base"/>
                      <a:r>
                        <a:rPr kumimoji="0" lang="pt-BR" kern="1200" dirty="0"/>
                        <a:t>22 dizendo: </a:t>
                      </a:r>
                      <a:r>
                        <a:rPr kumimoji="0" lang="pt-BR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É necessário</a:t>
                      </a:r>
                      <a:r>
                        <a:rPr kumimoji="0" lang="pt-BR" kern="1200" dirty="0"/>
                        <a:t> que </a:t>
                      </a:r>
                      <a:r>
                        <a:rPr kumimoji="0" lang="pt-BR" b="1" kern="1200" dirty="0">
                          <a:solidFill>
                            <a:srgbClr val="7030A0"/>
                          </a:solidFill>
                          <a:effectLst/>
                        </a:rPr>
                        <a:t>o Filho do Homem </a:t>
                      </a:r>
                      <a:r>
                        <a:rPr kumimoji="0" lang="pt-BR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sofra muitas coisas</a:t>
                      </a:r>
                      <a:r>
                        <a:rPr kumimoji="0" lang="pt-BR" kern="1200" dirty="0"/>
                        <a:t>, </a:t>
                      </a:r>
                      <a:r>
                        <a:rPr kumimoji="0" lang="pt-BR" b="1" kern="1200" dirty="0">
                          <a:solidFill>
                            <a:srgbClr val="7030A0"/>
                          </a:solidFill>
                          <a:effectLst/>
                        </a:rPr>
                        <a:t>seja rejeitado </a:t>
                      </a:r>
                      <a:r>
                        <a:rPr kumimoji="0" lang="pt-BR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pelos anciãos, pelos principais sacerdotes e pelos escribas; seja morto e, no terceiro dia, ressuscite.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Conteúdo 9" descr="decisão1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85786" y="1357298"/>
            <a:ext cx="4194759" cy="40719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Espaço Reservado para Conteúdo 1"/>
          <p:cNvSpPr>
            <a:spLocks noGrp="1"/>
          </p:cNvSpPr>
          <p:nvPr>
            <p:ph sz="half" idx="1"/>
          </p:nvPr>
        </p:nvSpPr>
        <p:spPr>
          <a:xfrm>
            <a:off x="5286380" y="1142984"/>
            <a:ext cx="3390076" cy="4500594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pt-BR" sz="4000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Hipóteses para a solução do problema sinótico 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2071670" y="928670"/>
            <a:ext cx="5143536" cy="1588"/>
          </a:xfrm>
          <a:prstGeom prst="line">
            <a:avLst/>
          </a:prstGeom>
          <a:ln w="38100">
            <a:solidFill>
              <a:srgbClr val="FFFF00"/>
            </a:solidFill>
            <a:headEnd type="diamond" w="med" len="med"/>
            <a:tailEnd type="diamond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/>
          <p:cNvCxnSpPr/>
          <p:nvPr/>
        </p:nvCxnSpPr>
        <p:spPr>
          <a:xfrm>
            <a:off x="2071670" y="5857892"/>
            <a:ext cx="5143536" cy="1588"/>
          </a:xfrm>
          <a:prstGeom prst="line">
            <a:avLst/>
          </a:prstGeom>
          <a:ln w="38100">
            <a:solidFill>
              <a:srgbClr val="FFFF00"/>
            </a:solidFill>
            <a:headEnd type="diamond" w="med" len="med"/>
            <a:tailEnd type="diamond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19256" cy="4525963"/>
          </a:xfrm>
        </p:spPr>
        <p:txBody>
          <a:bodyPr/>
          <a:lstStyle/>
          <a:p>
            <a:pPr marL="0" indent="0" algn="ctr">
              <a:buNone/>
            </a:pPr>
            <a:r>
              <a:rPr lang="pt-B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Hipótese da Tradição Oral</a:t>
            </a:r>
          </a:p>
          <a:p>
            <a:pPr marL="0" indent="0" algn="ctr">
              <a:buNone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Tradição Oral</a:t>
            </a:r>
          </a:p>
          <a:p>
            <a:pPr marL="0" indent="0" algn="ctr">
              <a:buNone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Mateus                   Marcos                   Lucas</a:t>
            </a:r>
          </a:p>
        </p:txBody>
      </p:sp>
      <p:cxnSp>
        <p:nvCxnSpPr>
          <p:cNvPr id="8" name="Conector de seta reta 7"/>
          <p:cNvCxnSpPr/>
          <p:nvPr/>
        </p:nvCxnSpPr>
        <p:spPr>
          <a:xfrm>
            <a:off x="5572132" y="2857496"/>
            <a:ext cx="1224136" cy="72008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 flipH="1">
            <a:off x="2285984" y="2928934"/>
            <a:ext cx="1224136" cy="72008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>
            <a:off x="4572000" y="3000372"/>
            <a:ext cx="0" cy="581699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857356" y="428604"/>
            <a:ext cx="5643602" cy="582610"/>
          </a:xfr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BR" sz="2800" spc="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Soluções do Problema Sinótico</a:t>
            </a:r>
          </a:p>
        </p:txBody>
      </p:sp>
      <p:pic>
        <p:nvPicPr>
          <p:cNvPr id="16" name="Espaço Reservado para Conteúdo 9" descr="decisão1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5214950"/>
            <a:ext cx="9144000" cy="1643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19256" cy="4525963"/>
          </a:xfrm>
        </p:spPr>
        <p:txBody>
          <a:bodyPr/>
          <a:lstStyle/>
          <a:p>
            <a:pPr marL="0" indent="0" algn="ctr">
              <a:buNone/>
            </a:pPr>
            <a:r>
              <a:rPr lang="pt-B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Hipótese da </a:t>
            </a:r>
            <a:r>
              <a:rPr lang="pt-BR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Griesbach</a:t>
            </a:r>
            <a:endParaRPr lang="pt-BR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pt-BR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Mateus</a:t>
            </a:r>
          </a:p>
          <a:p>
            <a:pPr marL="0" indent="0" algn="ctr">
              <a:buNone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Lucas</a:t>
            </a:r>
          </a:p>
          <a:p>
            <a:pPr marL="0" indent="0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Marcos</a:t>
            </a:r>
          </a:p>
        </p:txBody>
      </p:sp>
      <p:cxnSp>
        <p:nvCxnSpPr>
          <p:cNvPr id="6" name="Conector de seta reta 5"/>
          <p:cNvCxnSpPr/>
          <p:nvPr/>
        </p:nvCxnSpPr>
        <p:spPr>
          <a:xfrm>
            <a:off x="3357554" y="2857496"/>
            <a:ext cx="2736304" cy="72008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>
            <a:off x="2928926" y="3000372"/>
            <a:ext cx="936104" cy="936104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 flipH="1">
            <a:off x="5000628" y="3786190"/>
            <a:ext cx="1008112" cy="36004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857356" y="428604"/>
            <a:ext cx="5643602" cy="582610"/>
          </a:xfr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BR" sz="2800" spc="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Soluções do Problema Sinótico</a:t>
            </a:r>
          </a:p>
        </p:txBody>
      </p:sp>
      <p:pic>
        <p:nvPicPr>
          <p:cNvPr id="19" name="Espaço Reservado para Conteúdo 9" descr="decisão1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5214950"/>
            <a:ext cx="9144000" cy="1643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4097514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19256" cy="4525963"/>
          </a:xfrm>
        </p:spPr>
        <p:txBody>
          <a:bodyPr/>
          <a:lstStyle/>
          <a:p>
            <a:pPr marL="0" indent="0" algn="ctr">
              <a:buNone/>
            </a:pPr>
            <a:r>
              <a:rPr lang="pt-B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Hipótese de Marcos-Mateus</a:t>
            </a:r>
          </a:p>
          <a:p>
            <a:pPr marL="0" indent="0" algn="ctr">
              <a:buNone/>
            </a:pPr>
            <a:endParaRPr lang="pt-BR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Marcos</a:t>
            </a:r>
          </a:p>
          <a:p>
            <a:pPr marL="0" indent="0" algn="ctr">
              <a:buNone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Mateus</a:t>
            </a:r>
          </a:p>
          <a:p>
            <a:pPr marL="0" indent="0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Lucas</a:t>
            </a:r>
          </a:p>
        </p:txBody>
      </p:sp>
      <p:cxnSp>
        <p:nvCxnSpPr>
          <p:cNvPr id="6" name="Conector de seta reta 5"/>
          <p:cNvCxnSpPr/>
          <p:nvPr/>
        </p:nvCxnSpPr>
        <p:spPr>
          <a:xfrm>
            <a:off x="3428992" y="2928934"/>
            <a:ext cx="2508880" cy="646932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>
            <a:off x="2857488" y="3071810"/>
            <a:ext cx="936104" cy="936104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 rot="10800000" flipV="1">
            <a:off x="4714876" y="3786190"/>
            <a:ext cx="1150988" cy="35719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1857356" y="428604"/>
            <a:ext cx="5643602" cy="582610"/>
          </a:xfr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BR" sz="2800" spc="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Soluções do Problema Sinótico</a:t>
            </a:r>
          </a:p>
        </p:txBody>
      </p:sp>
      <p:pic>
        <p:nvPicPr>
          <p:cNvPr id="14" name="Espaço Reservado para Conteúdo 9" descr="decisão1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5214950"/>
            <a:ext cx="9144000" cy="1643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81624404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19256" cy="4525963"/>
          </a:xfrm>
        </p:spPr>
        <p:txBody>
          <a:bodyPr/>
          <a:lstStyle/>
          <a:p>
            <a:pPr marL="0" indent="0" algn="ctr">
              <a:buNone/>
            </a:pPr>
            <a:r>
              <a:rPr lang="pt-B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Hipótese Marcos – “Q”</a:t>
            </a:r>
          </a:p>
          <a:p>
            <a:pPr marL="0" indent="0" algn="ctr">
              <a:buNone/>
            </a:pPr>
            <a:endParaRPr lang="pt-BR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Marcos                                       “Q”</a:t>
            </a:r>
          </a:p>
          <a:p>
            <a:pPr marL="0" indent="0">
              <a:buNone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Mateus                                      Lucas</a:t>
            </a:r>
          </a:p>
        </p:txBody>
      </p:sp>
      <p:cxnSp>
        <p:nvCxnSpPr>
          <p:cNvPr id="4" name="Conector de seta reta 3"/>
          <p:cNvCxnSpPr/>
          <p:nvPr/>
        </p:nvCxnSpPr>
        <p:spPr>
          <a:xfrm>
            <a:off x="3071802" y="2857496"/>
            <a:ext cx="2808312" cy="79208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 flipH="1">
            <a:off x="3000364" y="2857496"/>
            <a:ext cx="3024336" cy="79208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>
            <a:off x="2571736" y="3000372"/>
            <a:ext cx="0" cy="648072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>
            <a:off x="6357950" y="2928934"/>
            <a:ext cx="0" cy="648072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857356" y="428604"/>
            <a:ext cx="5643602" cy="582610"/>
          </a:xfr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BR" sz="2800" spc="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Soluções do Problema Sinótico</a:t>
            </a:r>
          </a:p>
        </p:txBody>
      </p:sp>
      <p:pic>
        <p:nvPicPr>
          <p:cNvPr id="14" name="Espaço Reservado para Conteúdo 9" descr="decisão1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5214950"/>
            <a:ext cx="9144000" cy="1643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03499457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19256" cy="4525963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 algn="ctr">
              <a:buNone/>
            </a:pPr>
            <a:r>
              <a:rPr lang="pt-B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Hipótese Marcos – “Q”</a:t>
            </a:r>
          </a:p>
          <a:p>
            <a:pPr marL="0" indent="0" algn="ctr">
              <a:buNone/>
            </a:pP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 uso secundário de Mateus por parte de Lucas</a:t>
            </a:r>
          </a:p>
          <a:p>
            <a:pPr marL="0" indent="0" algn="ctr">
              <a:buNone/>
            </a:pPr>
            <a:endParaRPr lang="pt-BR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Marcos                                       “Q”</a:t>
            </a:r>
          </a:p>
          <a:p>
            <a:pPr marL="0" indent="0">
              <a:buNone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Mateus </a:t>
            </a:r>
            <a:r>
              <a:rPr lang="pt-BR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--------------------------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Lucas</a:t>
            </a:r>
          </a:p>
        </p:txBody>
      </p:sp>
      <p:cxnSp>
        <p:nvCxnSpPr>
          <p:cNvPr id="4" name="Conector de seta reta 3"/>
          <p:cNvCxnSpPr/>
          <p:nvPr/>
        </p:nvCxnSpPr>
        <p:spPr>
          <a:xfrm>
            <a:off x="3143240" y="3286124"/>
            <a:ext cx="2808312" cy="79208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 flipH="1">
            <a:off x="3071802" y="3286124"/>
            <a:ext cx="3024336" cy="79208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>
            <a:off x="2541773" y="3443702"/>
            <a:ext cx="0" cy="648072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>
            <a:off x="6359366" y="3465004"/>
            <a:ext cx="0" cy="648072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eta para a direita 12"/>
          <p:cNvSpPr/>
          <p:nvPr/>
        </p:nvSpPr>
        <p:spPr>
          <a:xfrm>
            <a:off x="5657838" y="4325799"/>
            <a:ext cx="216024" cy="45719"/>
          </a:xfrm>
          <a:prstGeom prst="rightArrow">
            <a:avLst/>
          </a:prstGeom>
          <a:ln>
            <a:solidFill>
              <a:srgbClr val="FFFF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1857356" y="428604"/>
            <a:ext cx="5643602" cy="582610"/>
          </a:xfr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BR" sz="2800" spc="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Soluções do Problema Sinótico</a:t>
            </a:r>
          </a:p>
        </p:txBody>
      </p:sp>
      <p:pic>
        <p:nvPicPr>
          <p:cNvPr id="17" name="Espaço Reservado para Conteúdo 9" descr="decisão1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5214950"/>
            <a:ext cx="9144000" cy="1643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33293512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19256" cy="4525963"/>
          </a:xfrm>
        </p:spPr>
        <p:txBody>
          <a:bodyPr/>
          <a:lstStyle/>
          <a:p>
            <a:pPr marL="0" indent="0" algn="ctr">
              <a:buNone/>
            </a:pPr>
            <a:r>
              <a:rPr lang="pt-B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Hipótese dos Quatros Documentos</a:t>
            </a:r>
          </a:p>
          <a:p>
            <a:pPr marL="0" indent="0" algn="ctr">
              <a:buNone/>
            </a:pPr>
            <a:endParaRPr lang="pt-BR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M          Marcos              “Q”                L</a:t>
            </a:r>
          </a:p>
          <a:p>
            <a:pPr marL="0" indent="0">
              <a:buNone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    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Proto-Lucas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Mateus                 Lucas</a:t>
            </a:r>
          </a:p>
        </p:txBody>
      </p:sp>
      <p:cxnSp>
        <p:nvCxnSpPr>
          <p:cNvPr id="17" name="Conector de seta reta 16"/>
          <p:cNvCxnSpPr/>
          <p:nvPr/>
        </p:nvCxnSpPr>
        <p:spPr>
          <a:xfrm>
            <a:off x="5643570" y="3000372"/>
            <a:ext cx="0" cy="576064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5715008" y="3929066"/>
            <a:ext cx="0" cy="576064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 rot="10800000" flipV="1">
            <a:off x="6357950" y="2996952"/>
            <a:ext cx="662322" cy="503486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>
            <a:off x="3286116" y="3000372"/>
            <a:ext cx="0" cy="151216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>
            <a:off x="2071670" y="3000372"/>
            <a:ext cx="864096" cy="151216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 rot="16200000" flipH="1">
            <a:off x="3750463" y="3036091"/>
            <a:ext cx="1513308" cy="144187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 rot="10800000" flipV="1">
            <a:off x="3929058" y="3000372"/>
            <a:ext cx="1513308" cy="1500198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857356" y="428604"/>
            <a:ext cx="5643602" cy="582610"/>
          </a:xfr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pt-BR" sz="2800" spc="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Soluções do Problema Sinótico</a:t>
            </a:r>
          </a:p>
        </p:txBody>
      </p:sp>
      <p:pic>
        <p:nvPicPr>
          <p:cNvPr id="16" name="Espaço Reservado para Conteúdo 9" descr="decisão1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5214950"/>
            <a:ext cx="9144000" cy="1643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70262737"/>
      </p:ext>
    </p:extLst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l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pel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l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2048</TotalTime>
  <Words>829</Words>
  <Application>Microsoft Office PowerPoint</Application>
  <PresentationFormat>Apresentação na tela (4:3)</PresentationFormat>
  <Paragraphs>121</Paragraphs>
  <Slides>18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18</vt:i4>
      </vt:variant>
    </vt:vector>
  </HeadingPairs>
  <TitlesOfParts>
    <vt:vector size="30" baseType="lpstr">
      <vt:lpstr>Agency FB</vt:lpstr>
      <vt:lpstr>Arial</vt:lpstr>
      <vt:lpstr>Bernard MT Condensed</vt:lpstr>
      <vt:lpstr>Book Antiqua</vt:lpstr>
      <vt:lpstr>Bookman Old Style</vt:lpstr>
      <vt:lpstr>Calibri</vt:lpstr>
      <vt:lpstr>Comic Sans MS</vt:lpstr>
      <vt:lpstr>Constantia</vt:lpstr>
      <vt:lpstr>Wingdings</vt:lpstr>
      <vt:lpstr>Wingdings 2</vt:lpstr>
      <vt:lpstr>Papel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Soluções do Problema Sinótico</vt:lpstr>
      <vt:lpstr>Soluções do Problema Sinótico</vt:lpstr>
      <vt:lpstr>Soluções do Problema Sinótico</vt:lpstr>
      <vt:lpstr>Soluções do Problema Sinótico</vt:lpstr>
      <vt:lpstr>Soluções do Problema Sinótico</vt:lpstr>
      <vt:lpstr>Soluções do Problema Sinótico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Panorama do Novo Testamento</dc:title>
  <dc:creator>WIN7</dc:creator>
  <cp:lastModifiedBy>Sandro Luis de Aguiar</cp:lastModifiedBy>
  <cp:revision>192</cp:revision>
  <cp:lastPrinted>2011-08-06T11:37:52Z</cp:lastPrinted>
  <dcterms:created xsi:type="dcterms:W3CDTF">2010-08-11T03:02:06Z</dcterms:created>
  <dcterms:modified xsi:type="dcterms:W3CDTF">2021-05-19T12:00:17Z</dcterms:modified>
</cp:coreProperties>
</file>